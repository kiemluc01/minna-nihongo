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71" r:id="rId15"/>
    <p:sldId id="269" r:id="rId16"/>
    <p:sldId id="270" r:id="rId17"/>
    <p:sldId id="273" r:id="rId18"/>
    <p:sldId id="272" r:id="rId19"/>
    <p:sldId id="274" r:id="rId20"/>
    <p:sldId id="276" r:id="rId21"/>
    <p:sldId id="275" r:id="rId22"/>
    <p:sldId id="280" r:id="rId23"/>
    <p:sldId id="277" r:id="rId24"/>
    <p:sldId id="279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6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1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3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3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7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9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D1D6-1DFE-472D-8D39-6B6B9FD00AE4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05143-E8FE-4275-9EEE-EA442AE7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2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どこ</a:t>
            </a:r>
            <a:endParaRPr lang="en-US" sz="7500" dirty="0"/>
          </a:p>
        </p:txBody>
      </p:sp>
      <p:pic>
        <p:nvPicPr>
          <p:cNvPr id="4" name="Content Placeholder 3" descr="日本語の絵 - Part 5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6868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33800" y="2286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9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295399"/>
          </a:xfrm>
        </p:spPr>
        <p:txBody>
          <a:bodyPr>
            <a:normAutofit/>
          </a:bodyPr>
          <a:lstStyle/>
          <a:p>
            <a:r>
              <a:rPr lang="ja-JP" altLang="en-US" sz="7500" dirty="0" smtClean="0"/>
              <a:t>ここ</a:t>
            </a:r>
            <a:endParaRPr lang="en-US" sz="7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こそあ : 偏寝Illustration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69342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/>
          <p:cNvCxnSpPr>
            <a:stCxn id="2" idx="0"/>
          </p:cNvCxnSpPr>
          <p:nvPr/>
        </p:nvCxnSpPr>
        <p:spPr>
          <a:xfrm>
            <a:off x="4495800" y="1524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76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そこ</a:t>
            </a:r>
            <a:endParaRPr lang="en-US" sz="7500" dirty="0"/>
          </a:p>
        </p:txBody>
      </p:sp>
      <p:pic>
        <p:nvPicPr>
          <p:cNvPr id="4" name="Content Placeholder 3" descr="こそあ : 偏寝Illustration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73914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724400" y="2286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95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あそこ</a:t>
            </a:r>
            <a:endParaRPr lang="en-US" sz="7500" dirty="0"/>
          </a:p>
        </p:txBody>
      </p:sp>
      <p:pic>
        <p:nvPicPr>
          <p:cNvPr id="4" name="Content Placeholder 3" descr="こそあ : 偏寝Illustrations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305799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228600"/>
            <a:ext cx="160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84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きょうしつ</a:t>
            </a:r>
            <a:endParaRPr lang="en-US" sz="7500" dirty="0"/>
          </a:p>
        </p:txBody>
      </p:sp>
      <p:pic>
        <p:nvPicPr>
          <p:cNvPr id="4" name="Content Placeholder 3" descr="フリー背景素材】教室 / 一生 さんのイラスト - ニコニコ静画 (イラスト)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2286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25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しょくどう</a:t>
            </a:r>
            <a:endParaRPr lang="en-US" sz="7500" dirty="0"/>
          </a:p>
        </p:txBody>
      </p:sp>
      <p:pic>
        <p:nvPicPr>
          <p:cNvPr id="4" name="Content Placeholder 3" descr="職場食堂ランチアイソメトリックポスターイラスト | 無料のベクター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8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91000" y="228600"/>
            <a:ext cx="1981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29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じむしょ</a:t>
            </a:r>
            <a:endParaRPr lang="en-US" sz="7500" dirty="0"/>
          </a:p>
        </p:txBody>
      </p:sp>
      <p:pic>
        <p:nvPicPr>
          <p:cNvPr id="4" name="Content Placeholder 3" descr="officeの写真素材 [29737098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33800" y="2286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50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かいぎしつ</a:t>
            </a:r>
            <a:endParaRPr lang="en-US" sz="7500" dirty="0"/>
          </a:p>
        </p:txBody>
      </p:sp>
      <p:pic>
        <p:nvPicPr>
          <p:cNvPr id="4" name="Content Placeholder 3" descr="会議室 イラスト素材 [ 756864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1752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6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へや</a:t>
            </a:r>
            <a:endParaRPr lang="en-US" sz="7500" dirty="0"/>
          </a:p>
        </p:txBody>
      </p:sp>
      <p:pic>
        <p:nvPicPr>
          <p:cNvPr id="4" name="Content Placeholder 3" descr="綺麗な部屋 イラスト素材 [ 5844263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9154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stCxn id="2" idx="0"/>
          </p:cNvCxnSpPr>
          <p:nvPr/>
        </p:nvCxnSpPr>
        <p:spPr>
          <a:xfrm>
            <a:off x="4572000" y="274638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47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/>
          </a:bodyPr>
          <a:lstStyle/>
          <a:p>
            <a:r>
              <a:rPr lang="ja-JP" altLang="en-US" sz="7500" dirty="0"/>
              <a:t>うけつけ</a:t>
            </a:r>
            <a:endParaRPr lang="en-US" sz="7500" dirty="0"/>
          </a:p>
        </p:txBody>
      </p:sp>
      <p:pic>
        <p:nvPicPr>
          <p:cNvPr id="4" name="Content Placeholder 3" descr="ホテルの受付イラスト - No: 761090／無料イラストなら「イラストAC」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7630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581400" y="228600"/>
            <a:ext cx="2590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90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ロビー</a:t>
            </a:r>
            <a:endParaRPr lang="en-US" sz="7500" dirty="0"/>
          </a:p>
        </p:txBody>
      </p:sp>
      <p:pic>
        <p:nvPicPr>
          <p:cNvPr id="4" name="Content Placeholder 3" descr="無料写真] 病院のロビー - パブリックドメインQ：著作権フリー画像素材集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71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トイレ</a:t>
            </a:r>
            <a:r>
              <a:rPr lang="en-US" altLang="ja-JP" sz="7500" dirty="0" smtClean="0"/>
              <a:t>/</a:t>
            </a:r>
            <a:r>
              <a:rPr lang="ja-JP" altLang="en-US" sz="7500" dirty="0" smtClean="0"/>
              <a:t>　おてあらい</a:t>
            </a:r>
            <a:endParaRPr lang="en-US" sz="7500" dirty="0"/>
          </a:p>
        </p:txBody>
      </p:sp>
      <p:pic>
        <p:nvPicPr>
          <p:cNvPr id="4" name="Content Placeholder 3" descr="洗浄レバー式のトイレのイラスト🎨【フリー素材】｜看護roo![カンゴルー]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79248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762000" y="2286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953000" y="228600"/>
            <a:ext cx="1676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19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かいだん</a:t>
            </a:r>
            <a:endParaRPr lang="en-US" sz="7500" dirty="0"/>
          </a:p>
        </p:txBody>
      </p:sp>
      <p:pic>
        <p:nvPicPr>
          <p:cNvPr id="4" name="Content Placeholder 3" descr="白い背景の上の階段のイラストのイラスト素材・ベクタ - Image 17024656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3733800" y="228600"/>
            <a:ext cx="243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37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じどうはんばいき</a:t>
            </a:r>
            <a:endParaRPr lang="en-US" sz="7500" dirty="0"/>
          </a:p>
        </p:txBody>
      </p:sp>
      <p:pic>
        <p:nvPicPr>
          <p:cNvPr id="4" name="Content Placeholder 3" descr="自動販売機について - 松本鉱泉株式会社 （松鉱）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447800"/>
            <a:ext cx="39624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1905000" y="228600"/>
            <a:ext cx="43434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9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エレベーター</a:t>
            </a:r>
            <a:endParaRPr lang="en-US" sz="7500" dirty="0"/>
          </a:p>
        </p:txBody>
      </p:sp>
      <p:pic>
        <p:nvPicPr>
          <p:cNvPr id="4" name="Content Placeholder 3" descr="エレベーター イラスト素材 [ 1766735 ] - フォトライブラ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50292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endCxn id="2" idx="0"/>
          </p:cNvCxnSpPr>
          <p:nvPr/>
        </p:nvCxnSpPr>
        <p:spPr>
          <a:xfrm>
            <a:off x="2895600" y="152400"/>
            <a:ext cx="1676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37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エスカレーター</a:t>
            </a:r>
            <a:endParaRPr lang="en-US" sz="7500" dirty="0"/>
          </a:p>
        </p:txBody>
      </p:sp>
      <p:pic>
        <p:nvPicPr>
          <p:cNvPr id="4" name="Content Placeholder 3" descr="エスカレーターのイラスト | イラスト本舗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60198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514600" y="228600"/>
            <a:ext cx="2514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93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8229600" cy="1143000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「お」くに</a:t>
            </a:r>
            <a:endParaRPr lang="en-US" sz="7500" dirty="0"/>
          </a:p>
        </p:txBody>
      </p:sp>
      <p:pic>
        <p:nvPicPr>
          <p:cNvPr id="4" name="Content Placeholder 3" descr="国（くに） kuni, お国（おくに） okuni | いいね！日本語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51816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953000" y="228600"/>
            <a:ext cx="1676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75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でんわ</a:t>
            </a:r>
            <a:endParaRPr lang="en-US" sz="7500" dirty="0"/>
          </a:p>
        </p:txBody>
      </p:sp>
      <p:pic>
        <p:nvPicPr>
          <p:cNvPr id="4" name="Content Placeholder 3" descr="家庭・生活 固定電話（モノクロ） 無料イラスト・PowerPoint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0"/>
            <a:ext cx="54102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228600"/>
            <a:ext cx="1828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43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かいしゃ</a:t>
            </a:r>
            <a:endParaRPr lang="en-US" sz="7500" dirty="0"/>
          </a:p>
        </p:txBody>
      </p:sp>
      <p:pic>
        <p:nvPicPr>
          <p:cNvPr id="4" name="Content Placeholder 3" descr="会社の自社ビルの無料イラスト素材｜イラストイメージ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55626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228600"/>
            <a:ext cx="2209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29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くつ</a:t>
            </a:r>
            <a:endParaRPr lang="en-US" sz="7500" dirty="0"/>
          </a:p>
        </p:txBody>
      </p:sp>
      <p:pic>
        <p:nvPicPr>
          <p:cNvPr id="4" name="Content Placeholder 3" descr="ベクトル, 靴, イラスト. ベクトル, 人の靴, イラスト, 女性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69342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471555" y="1524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7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うち</a:t>
            </a:r>
            <a:endParaRPr lang="en-US" sz="7500" dirty="0"/>
          </a:p>
        </p:txBody>
      </p:sp>
      <p:pic>
        <p:nvPicPr>
          <p:cNvPr id="4" name="Content Placeholder 3" descr="家 イラスト素材 [ 1069696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47800"/>
            <a:ext cx="64770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516582" y="230621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ちか</a:t>
            </a:r>
            <a:endParaRPr lang="en-US" sz="7500" dirty="0"/>
          </a:p>
        </p:txBody>
      </p:sp>
      <p:pic>
        <p:nvPicPr>
          <p:cNvPr id="4" name="Content Placeholder 3" descr="200以上】 地下 イラスト -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839200" cy="556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>
            <a:endCxn id="2" idx="0"/>
          </p:cNvCxnSpPr>
          <p:nvPr/>
        </p:nvCxnSpPr>
        <p:spPr>
          <a:xfrm>
            <a:off x="3581400" y="1524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9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ネクタイ</a:t>
            </a:r>
            <a:endParaRPr lang="en-US" sz="7500" dirty="0"/>
          </a:p>
        </p:txBody>
      </p:sp>
      <p:pic>
        <p:nvPicPr>
          <p:cNvPr id="4" name="Content Placeholder 3" descr="色んな柄のネクタイイラスト - No: 346760／無料イラストなら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72390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895600" y="2286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59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うりば</a:t>
            </a:r>
            <a:endParaRPr lang="en-US" sz="7500" dirty="0"/>
          </a:p>
        </p:txBody>
      </p:sp>
      <p:pic>
        <p:nvPicPr>
          <p:cNvPr id="4" name="Content Placeholder 3" descr="スーパーマーケット売り場のイラスト | プレミアムベクター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3820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114800" y="228600"/>
            <a:ext cx="1752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75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ワイン</a:t>
            </a:r>
            <a:endParaRPr lang="en-US" sz="7500" dirty="0"/>
          </a:p>
        </p:txBody>
      </p:sp>
      <p:pic>
        <p:nvPicPr>
          <p:cNvPr id="4" name="Content Placeholder 3" descr="赤ワインと白ワイン イラスト素材 [ 6134656 ] - フォトライブラリー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67818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352800" y="3048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4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94</Words>
  <Application>Microsoft Office PowerPoint</Application>
  <PresentationFormat>On-screen Show (4:3)</PresentationFormat>
  <Paragraphs>25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どこ</vt:lpstr>
      <vt:lpstr>ここ</vt:lpstr>
      <vt:lpstr>そこ</vt:lpstr>
      <vt:lpstr>あそこ</vt:lpstr>
      <vt:lpstr>きょうしつ</vt:lpstr>
      <vt:lpstr>しょくどう</vt:lpstr>
      <vt:lpstr>じむしょ</vt:lpstr>
      <vt:lpstr>かいぎしつ</vt:lpstr>
      <vt:lpstr>へや</vt:lpstr>
      <vt:lpstr>うけつけ</vt:lpstr>
      <vt:lpstr>ロビー</vt:lpstr>
      <vt:lpstr>トイレ/　おてあらい</vt:lpstr>
      <vt:lpstr>かいだん</vt:lpstr>
      <vt:lpstr>じどうはんばいき</vt:lpstr>
      <vt:lpstr>エレベーター</vt:lpstr>
      <vt:lpstr>エスカレーター</vt:lpstr>
      <vt:lpstr>「お」くに</vt:lpstr>
      <vt:lpstr>でんわ</vt:lpstr>
      <vt:lpstr>かいしゃ</vt:lpstr>
      <vt:lpstr>くつ</vt:lpstr>
      <vt:lpstr>うち</vt:lpstr>
      <vt:lpstr>ちか</vt:lpstr>
      <vt:lpstr>ネクタイ</vt:lpstr>
      <vt:lpstr>うりば</vt:lpstr>
      <vt:lpstr>ワイン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31</cp:revision>
  <dcterms:created xsi:type="dcterms:W3CDTF">2020-08-04T09:31:06Z</dcterms:created>
  <dcterms:modified xsi:type="dcterms:W3CDTF">2024-04-09T01:12:17Z</dcterms:modified>
</cp:coreProperties>
</file>