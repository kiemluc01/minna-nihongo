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77" r:id="rId4"/>
    <p:sldId id="279" r:id="rId5"/>
    <p:sldId id="257" r:id="rId6"/>
    <p:sldId id="258" r:id="rId7"/>
    <p:sldId id="259" r:id="rId8"/>
    <p:sldId id="261" r:id="rId9"/>
    <p:sldId id="260" r:id="rId10"/>
    <p:sldId id="262" r:id="rId11"/>
    <p:sldId id="263" r:id="rId12"/>
    <p:sldId id="264" r:id="rId13"/>
    <p:sldId id="265" r:id="rId14"/>
    <p:sldId id="266" r:id="rId15"/>
    <p:sldId id="267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56" autoAdjust="0"/>
    <p:restoredTop sz="94660"/>
  </p:normalViewPr>
  <p:slideViewPr>
    <p:cSldViewPr>
      <p:cViewPr>
        <p:scale>
          <a:sx n="49" d="100"/>
          <a:sy n="49" d="100"/>
        </p:scale>
        <p:origin x="-1968" y="-52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C9F20-C77F-4670-8CA0-C1FCB2602898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07BD-3237-4424-99A9-E04DF4A84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467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C9F20-C77F-4670-8CA0-C1FCB2602898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07BD-3237-4424-99A9-E04DF4A84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927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C9F20-C77F-4670-8CA0-C1FCB2602898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07BD-3237-4424-99A9-E04DF4A84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489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C9F20-C77F-4670-8CA0-C1FCB2602898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07BD-3237-4424-99A9-E04DF4A84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62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C9F20-C77F-4670-8CA0-C1FCB2602898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07BD-3237-4424-99A9-E04DF4A84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463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C9F20-C77F-4670-8CA0-C1FCB2602898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07BD-3237-4424-99A9-E04DF4A84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613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C9F20-C77F-4670-8CA0-C1FCB2602898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07BD-3237-4424-99A9-E04DF4A84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088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C9F20-C77F-4670-8CA0-C1FCB2602898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07BD-3237-4424-99A9-E04DF4A84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692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C9F20-C77F-4670-8CA0-C1FCB2602898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07BD-3237-4424-99A9-E04DF4A84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881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C9F20-C77F-4670-8CA0-C1FCB2602898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07BD-3237-4424-99A9-E04DF4A84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221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C9F20-C77F-4670-8CA0-C1FCB2602898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07BD-3237-4424-99A9-E04DF4A84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136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EC9F20-C77F-4670-8CA0-C1FCB2602898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C07BD-3237-4424-99A9-E04DF4A84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147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04801"/>
            <a:ext cx="7772400" cy="1066800"/>
          </a:xfrm>
        </p:spPr>
        <p:txBody>
          <a:bodyPr>
            <a:noAutofit/>
          </a:bodyPr>
          <a:lstStyle/>
          <a:p>
            <a:r>
              <a:rPr lang="ja-JP" altLang="en-US" sz="7000" dirty="0"/>
              <a:t>せんせい</a:t>
            </a:r>
            <a:r>
              <a:rPr lang="en-US" altLang="ja-JP" sz="7000" dirty="0" smtClean="0"/>
              <a:t>/</a:t>
            </a:r>
            <a:r>
              <a:rPr lang="ja-JP" altLang="en-US" sz="7000" dirty="0" smtClean="0"/>
              <a:t>　きょうし</a:t>
            </a:r>
            <a:endParaRPr lang="en-US" sz="7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黒板と先生のイラスト（女性） | かわいいフリー素材集 いらすとや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71600"/>
            <a:ext cx="8229600" cy="5486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/>
          <p:cNvCxnSpPr/>
          <p:nvPr/>
        </p:nvCxnSpPr>
        <p:spPr>
          <a:xfrm>
            <a:off x="1981200" y="304800"/>
            <a:ext cx="1524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5257800" y="304800"/>
            <a:ext cx="1371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0580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686800" cy="1143000"/>
          </a:xfrm>
        </p:spPr>
        <p:txBody>
          <a:bodyPr>
            <a:noAutofit/>
          </a:bodyPr>
          <a:lstStyle/>
          <a:p>
            <a:r>
              <a:rPr lang="ja-JP" altLang="en-US" sz="7000" dirty="0" smtClean="0"/>
              <a:t>あのひと　（あのかた）</a:t>
            </a:r>
            <a:endParaRPr lang="en-US" sz="7000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600200"/>
            <a:ext cx="86106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1219200" y="304800"/>
            <a:ext cx="990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5213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000" dirty="0"/>
              <a:t>わたし</a:t>
            </a:r>
            <a:endParaRPr lang="en-US" sz="70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524000"/>
            <a:ext cx="5791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4343400" y="304800"/>
            <a:ext cx="1371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304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000" dirty="0" smtClean="0"/>
              <a:t>だれ（どなた）</a:t>
            </a:r>
            <a:endParaRPr lang="en-US" sz="7000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00200"/>
            <a:ext cx="8458200" cy="4952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2057400" y="228600"/>
            <a:ext cx="8382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7963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がくせい</a:t>
            </a:r>
            <a:endParaRPr lang="en-US" sz="7500" dirty="0"/>
          </a:p>
        </p:txBody>
      </p:sp>
      <p:pic>
        <p:nvPicPr>
          <p:cNvPr id="4" name="Content Placeholder 3" descr="学生イラスト - No: 962824／無料イラストなら「イラストAC」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0"/>
            <a:ext cx="8686800" cy="5105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886200" y="304800"/>
            <a:ext cx="2057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5498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かいしゃいん</a:t>
            </a:r>
            <a:endParaRPr lang="en-US" sz="7500" dirty="0"/>
          </a:p>
        </p:txBody>
      </p:sp>
      <p:pic>
        <p:nvPicPr>
          <p:cNvPr id="4" name="Content Placeholder 3" descr="会社員集合してパソコンを見るのイラスト素材 [12914314] - PIXTA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0"/>
            <a:ext cx="8686800" cy="5105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2895600" y="304800"/>
            <a:ext cx="23622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9917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ぎんこういん</a:t>
            </a:r>
            <a:endParaRPr lang="en-US" sz="7500" dirty="0"/>
          </a:p>
        </p:txBody>
      </p:sp>
      <p:pic>
        <p:nvPicPr>
          <p:cNvPr id="4" name="Content Placeholder 3" descr="銀行員のイラスト | かわいいフリー素材集 いらすとや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371600"/>
            <a:ext cx="7467600" cy="5486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124200" y="228600"/>
            <a:ext cx="1295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6722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いしゃ</a:t>
            </a:r>
            <a:endParaRPr lang="en-US" sz="7500" dirty="0"/>
          </a:p>
        </p:txBody>
      </p:sp>
      <p:pic>
        <p:nvPicPr>
          <p:cNvPr id="4" name="Content Placeholder 3" descr="医者」イラスト無料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371600"/>
            <a:ext cx="4876799" cy="5410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4191000" y="228600"/>
            <a:ext cx="16002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220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けんきゅうしゃ</a:t>
            </a:r>
            <a:endParaRPr lang="en-US" sz="7500" dirty="0"/>
          </a:p>
        </p:txBody>
      </p:sp>
      <p:pic>
        <p:nvPicPr>
          <p:cNvPr id="4" name="Content Placeholder 3" descr="いろいろな職業 研究者 開発者 実験のイラスト素材 [32271936] - PIXTA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295400"/>
            <a:ext cx="6858000" cy="533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2743200" y="228600"/>
            <a:ext cx="2286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4584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だいがく</a:t>
            </a:r>
            <a:endParaRPr lang="en-US" sz="7500" dirty="0"/>
          </a:p>
        </p:txBody>
      </p:sp>
      <p:pic>
        <p:nvPicPr>
          <p:cNvPr id="4" name="Content Placeholder 3" descr="大学」イラスト無料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447800"/>
            <a:ext cx="7696200" cy="525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886200" y="304800"/>
            <a:ext cx="2286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1387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びょういん</a:t>
            </a:r>
            <a:endParaRPr lang="en-US" sz="7500" dirty="0"/>
          </a:p>
        </p:txBody>
      </p:sp>
      <p:pic>
        <p:nvPicPr>
          <p:cNvPr id="4" name="Content Placeholder 3" descr="病院と救急車の無料イラスト素材｜イラストイメージ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0"/>
            <a:ext cx="8382000" cy="5181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4114800" y="304800"/>
            <a:ext cx="2133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8427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あめりか</a:t>
            </a:r>
            <a:endParaRPr lang="en-US" sz="7500" dirty="0"/>
          </a:p>
        </p:txBody>
      </p:sp>
      <p:pic>
        <p:nvPicPr>
          <p:cNvPr id="4" name="Content Placeholder 3" descr="アメリカイラスト／無料イラストなら「イラストAC」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676400"/>
            <a:ext cx="7086600" cy="4876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810000" y="228600"/>
            <a:ext cx="14478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6605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いぎりす</a:t>
            </a:r>
            <a:endParaRPr lang="en-US" sz="7500" dirty="0"/>
          </a:p>
        </p:txBody>
      </p:sp>
      <p:pic>
        <p:nvPicPr>
          <p:cNvPr id="4" name="Content Placeholder 3" descr="無料イラスト イギリスの国旗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752600"/>
            <a:ext cx="7620000" cy="4876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810000" y="228600"/>
            <a:ext cx="22098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6788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いんど</a:t>
            </a:r>
            <a:endParaRPr lang="en-US" sz="7500" dirty="0"/>
          </a:p>
        </p:txBody>
      </p:sp>
      <p:pic>
        <p:nvPicPr>
          <p:cNvPr id="4" name="Content Placeholder 3" descr="国旗 イラスト 無料｜インドの国旗｜【公式】イラストダウンロード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00200"/>
            <a:ext cx="7848600" cy="4876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200400" y="304800"/>
            <a:ext cx="914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3293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いんどねしあ</a:t>
            </a:r>
            <a:endParaRPr lang="en-US" sz="7500" dirty="0"/>
          </a:p>
        </p:txBody>
      </p:sp>
      <p:pic>
        <p:nvPicPr>
          <p:cNvPr id="6" name="Content Placeholder 5" descr="インドネシアイラスト 写真素材集ダウンロード，無料ダウンロード ..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4000"/>
            <a:ext cx="8610600" cy="5181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Straight Connector 3"/>
          <p:cNvCxnSpPr/>
          <p:nvPr/>
        </p:nvCxnSpPr>
        <p:spPr>
          <a:xfrm>
            <a:off x="2895600" y="304800"/>
            <a:ext cx="2438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1466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たい</a:t>
            </a:r>
            <a:endParaRPr lang="en-US" sz="7500" dirty="0"/>
          </a:p>
        </p:txBody>
      </p:sp>
      <p:pic>
        <p:nvPicPr>
          <p:cNvPr id="6" name="Content Placeholder 5" descr="タイ国のシンボルとアイコンのセットのイラスト素材・ベクタ - Image ..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600200"/>
            <a:ext cx="8610600" cy="5029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Straight Connector 3"/>
          <p:cNvCxnSpPr>
            <a:endCxn id="2" idx="0"/>
          </p:cNvCxnSpPr>
          <p:nvPr/>
        </p:nvCxnSpPr>
        <p:spPr>
          <a:xfrm>
            <a:off x="3581400" y="274638"/>
            <a:ext cx="990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9077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どいつ</a:t>
            </a:r>
            <a:endParaRPr lang="en-US" sz="7500" dirty="0"/>
          </a:p>
        </p:txBody>
      </p:sp>
      <p:pic>
        <p:nvPicPr>
          <p:cNvPr id="6" name="Content Placeholder 5" descr="ドイツ イラスト素材 [ 4984520 ] - フォトライブラリー photolibrary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524000"/>
            <a:ext cx="6858000" cy="5105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Straight Connector 3"/>
          <p:cNvCxnSpPr/>
          <p:nvPr/>
        </p:nvCxnSpPr>
        <p:spPr>
          <a:xfrm>
            <a:off x="3276600" y="304800"/>
            <a:ext cx="76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2327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ふらんす</a:t>
            </a:r>
            <a:endParaRPr lang="en-US" sz="7500" dirty="0"/>
          </a:p>
        </p:txBody>
      </p:sp>
      <p:pic>
        <p:nvPicPr>
          <p:cNvPr id="4" name="Content Placeholder 3" descr="フランスの手書き風モチーフのイラスト素材 [38478146] - PIXTA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447800"/>
            <a:ext cx="8229600" cy="5181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733800" y="304800"/>
            <a:ext cx="2286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4503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ぶらじる</a:t>
            </a:r>
            <a:endParaRPr lang="en-US" sz="7500" dirty="0"/>
          </a:p>
        </p:txBody>
      </p:sp>
      <p:pic>
        <p:nvPicPr>
          <p:cNvPr id="4" name="Content Placeholder 3" descr="ブラジル」イラスト無料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447800"/>
            <a:ext cx="6857999" cy="5181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951051" y="152400"/>
            <a:ext cx="2286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7673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かんこく</a:t>
            </a:r>
            <a:endParaRPr lang="en-US" sz="7500" dirty="0"/>
          </a:p>
        </p:txBody>
      </p:sp>
      <p:pic>
        <p:nvPicPr>
          <p:cNvPr id="4" name="Content Placeholder 3" descr="韓国の国旗 | 世界の国旗 | 世界の国旗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24000"/>
            <a:ext cx="7467600" cy="4953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2895600" y="228600"/>
            <a:ext cx="76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9527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ちゅうごく</a:t>
            </a:r>
            <a:endParaRPr lang="en-US" sz="7500" dirty="0"/>
          </a:p>
        </p:txBody>
      </p:sp>
      <p:pic>
        <p:nvPicPr>
          <p:cNvPr id="4" name="Content Placeholder 3" descr="中国の国旗イラストフリー素材 | 無料フリーイラスト素材集【Frame ..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600200"/>
            <a:ext cx="6019800" cy="525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2590800" y="278860"/>
            <a:ext cx="14478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3570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にほん</a:t>
            </a:r>
            <a:endParaRPr lang="en-US" sz="7500" dirty="0"/>
          </a:p>
        </p:txBody>
      </p:sp>
      <p:pic>
        <p:nvPicPr>
          <p:cNvPr id="4" name="Content Placeholder 3" descr="日本地図と日の丸のイラスト - イラストストック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447800"/>
            <a:ext cx="5486400" cy="525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4267200" y="152400"/>
            <a:ext cx="76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6042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べとなむ</a:t>
            </a:r>
            <a:endParaRPr lang="en-US" sz="7500" dirty="0"/>
          </a:p>
        </p:txBody>
      </p:sp>
      <p:pic>
        <p:nvPicPr>
          <p:cNvPr id="4" name="Content Placeholder 3" descr="ベトナム 形 イラスト」の画像検索結果 | ベトナム, イラスト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447800"/>
            <a:ext cx="6096000" cy="525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810000" y="304800"/>
            <a:ext cx="23622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526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100</Words>
  <Application>Microsoft Office PowerPoint</Application>
  <PresentationFormat>On-screen Show (4:3)</PresentationFormat>
  <Paragraphs>23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せんせい/　きょうし</vt:lpstr>
      <vt:lpstr>あのひと　（あのかた）</vt:lpstr>
      <vt:lpstr>わたし</vt:lpstr>
      <vt:lpstr>だれ（どなた）</vt:lpstr>
      <vt:lpstr>がくせい</vt:lpstr>
      <vt:lpstr>かいしゃいん</vt:lpstr>
      <vt:lpstr>ぎんこういん</vt:lpstr>
      <vt:lpstr>いしゃ</vt:lpstr>
      <vt:lpstr>けんきゅうしゃ</vt:lpstr>
      <vt:lpstr>だいがく</vt:lpstr>
      <vt:lpstr>びょういん</vt:lpstr>
      <vt:lpstr>あめりか</vt:lpstr>
      <vt:lpstr>いぎりす</vt:lpstr>
      <vt:lpstr>いんど</vt:lpstr>
      <vt:lpstr>いんどねしあ</vt:lpstr>
      <vt:lpstr>たい</vt:lpstr>
      <vt:lpstr>どいつ</vt:lpstr>
      <vt:lpstr>ふらんす</vt:lpstr>
      <vt:lpstr>ぶらじる</vt:lpstr>
      <vt:lpstr>かんこく</vt:lpstr>
      <vt:lpstr>ちゅうごく</vt:lpstr>
      <vt:lpstr>にほん</vt:lpstr>
      <vt:lpstr>べとなむ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Welcome</dc:creator>
  <cp:lastModifiedBy>KimAnh</cp:lastModifiedBy>
  <cp:revision>25</cp:revision>
  <dcterms:created xsi:type="dcterms:W3CDTF">2020-08-06T13:59:05Z</dcterms:created>
  <dcterms:modified xsi:type="dcterms:W3CDTF">2023-12-19T13:43:13Z</dcterms:modified>
</cp:coreProperties>
</file>