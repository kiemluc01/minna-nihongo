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58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1" r:id="rId16"/>
    <p:sldId id="270" r:id="rId17"/>
    <p:sldId id="273" r:id="rId18"/>
    <p:sldId id="272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BAF51-C5B4-462B-8BE3-158695653522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47398-C3BD-4F5B-ABFF-1D0E1B464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542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BAF51-C5B4-462B-8BE3-158695653522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47398-C3BD-4F5B-ABFF-1D0E1B464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60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BAF51-C5B4-462B-8BE3-158695653522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47398-C3BD-4F5B-ABFF-1D0E1B464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58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BAF51-C5B4-462B-8BE3-158695653522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47398-C3BD-4F5B-ABFF-1D0E1B464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009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BAF51-C5B4-462B-8BE3-158695653522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47398-C3BD-4F5B-ABFF-1D0E1B464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69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BAF51-C5B4-462B-8BE3-158695653522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47398-C3BD-4F5B-ABFF-1D0E1B464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21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BAF51-C5B4-462B-8BE3-158695653522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47398-C3BD-4F5B-ABFF-1D0E1B464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193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BAF51-C5B4-462B-8BE3-158695653522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47398-C3BD-4F5B-ABFF-1D0E1B464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56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BAF51-C5B4-462B-8BE3-158695653522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47398-C3BD-4F5B-ABFF-1D0E1B464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33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BAF51-C5B4-462B-8BE3-158695653522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47398-C3BD-4F5B-ABFF-1D0E1B464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35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BAF51-C5B4-462B-8BE3-158695653522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47398-C3BD-4F5B-ABFF-1D0E1B464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6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BAF51-C5B4-462B-8BE3-158695653522}" type="datetimeFigureOut">
              <a:rPr lang="en-US" smtClean="0"/>
              <a:t>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47398-C3BD-4F5B-ABFF-1D0E1B464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605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Autofit/>
          </a:bodyPr>
          <a:lstStyle/>
          <a:p>
            <a:r>
              <a:rPr lang="ja-JP" altLang="en-US" sz="7500" dirty="0"/>
              <a:t>き</a:t>
            </a:r>
            <a:r>
              <a:rPr lang="ja-JP" altLang="en-US" sz="7500" dirty="0" smtClean="0"/>
              <a:t>ま</a:t>
            </a:r>
            <a:r>
              <a:rPr lang="ja-JP" altLang="en-US" sz="7500" dirty="0"/>
              <a:t>す</a:t>
            </a:r>
            <a:endParaRPr lang="en-US" sz="7500" dirty="0"/>
          </a:p>
        </p:txBody>
      </p:sp>
      <p:pic>
        <p:nvPicPr>
          <p:cNvPr id="4" name="Content Placeholder 3" descr="5課・イラスト: 日本語の教案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47800"/>
            <a:ext cx="8763000" cy="525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4038600" y="152400"/>
            <a:ext cx="990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830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28601"/>
            <a:ext cx="7772400" cy="838199"/>
          </a:xfrm>
        </p:spPr>
        <p:txBody>
          <a:bodyPr>
            <a:noAutofit/>
          </a:bodyPr>
          <a:lstStyle/>
          <a:p>
            <a:r>
              <a:rPr lang="ja-JP" altLang="en-US" sz="7500" dirty="0"/>
              <a:t>い</a:t>
            </a:r>
            <a:r>
              <a:rPr lang="ja-JP" altLang="en-US" sz="7500" dirty="0" smtClean="0"/>
              <a:t>きます</a:t>
            </a:r>
            <a:endParaRPr lang="en-US" sz="7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057400"/>
            <a:ext cx="6400800" cy="17526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 descr="5課・イラスト: 日本語の教案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8801"/>
            <a:ext cx="4572000" cy="4938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日本語の教え方】みんなの日本語・第5課の教案｜～へ（到達点）、～で ...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28801"/>
            <a:ext cx="4572000" cy="5029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Straight Connector 6"/>
          <p:cNvCxnSpPr/>
          <p:nvPr/>
        </p:nvCxnSpPr>
        <p:spPr>
          <a:xfrm>
            <a:off x="3657600" y="152400"/>
            <a:ext cx="1676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488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がっこう</a:t>
            </a:r>
            <a:endParaRPr lang="en-US" sz="7500" dirty="0"/>
          </a:p>
        </p:txBody>
      </p:sp>
      <p:pic>
        <p:nvPicPr>
          <p:cNvPr id="4" name="Content Placeholder 3" descr="学校 イラスト素材 [ 1834426 ] - フォトライブラリー photolibrary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71600"/>
            <a:ext cx="8686800" cy="533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962400" y="228600"/>
            <a:ext cx="2133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561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>
            <a:noAutofit/>
          </a:bodyPr>
          <a:lstStyle/>
          <a:p>
            <a:r>
              <a:rPr lang="ja-JP" altLang="en-US" sz="7500" dirty="0" smtClean="0"/>
              <a:t>「うちへ」か</a:t>
            </a:r>
            <a:r>
              <a:rPr lang="ja-JP" altLang="en-US" sz="7500" dirty="0"/>
              <a:t>え</a:t>
            </a:r>
            <a:r>
              <a:rPr lang="ja-JP" altLang="en-US" sz="7500" dirty="0" smtClean="0"/>
              <a:t>ります</a:t>
            </a:r>
            <a:endParaRPr lang="en-US" sz="7500" dirty="0"/>
          </a:p>
        </p:txBody>
      </p:sp>
      <p:pic>
        <p:nvPicPr>
          <p:cNvPr id="4" name="Content Placeholder 3" descr="イラスト】５課・新出語 | にほんご教師ピック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71600"/>
            <a:ext cx="8839200" cy="533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5181600" y="152400"/>
            <a:ext cx="2286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1606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スーパー</a:t>
            </a:r>
            <a:endParaRPr lang="en-US" sz="7500" dirty="0"/>
          </a:p>
        </p:txBody>
      </p:sp>
      <p:pic>
        <p:nvPicPr>
          <p:cNvPr id="4" name="Content Placeholder 3" descr="スーパー(スーパーマーケット)のイラスト素材集 - PIXTA（ピクスタ）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524000"/>
            <a:ext cx="4267200" cy="533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スーパーの無料イラスト - 食品販売する建物素材 - チコデザ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0"/>
            <a:ext cx="4876800" cy="5334000"/>
          </a:xfrm>
          <a:prstGeom prst="rect">
            <a:avLst/>
          </a:prstGeom>
          <a:noFill/>
          <a:extLst/>
        </p:spPr>
      </p:pic>
      <p:cxnSp>
        <p:nvCxnSpPr>
          <p:cNvPr id="5" name="Straight Connector 4"/>
          <p:cNvCxnSpPr/>
          <p:nvPr/>
        </p:nvCxnSpPr>
        <p:spPr>
          <a:xfrm>
            <a:off x="2590800" y="304800"/>
            <a:ext cx="10668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46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えき</a:t>
            </a:r>
            <a:endParaRPr lang="en-US" sz="7500" dirty="0"/>
          </a:p>
        </p:txBody>
      </p:sp>
      <p:pic>
        <p:nvPicPr>
          <p:cNvPr id="4" name="Content Placeholder 3" descr="空色駅の電光掲示板をリアルにしてみた / みやのじん さんのイラスト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47800"/>
            <a:ext cx="8686800" cy="52577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733800" y="228600"/>
            <a:ext cx="838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179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ひこうき</a:t>
            </a:r>
            <a:endParaRPr lang="en-US" sz="7500" dirty="0"/>
          </a:p>
        </p:txBody>
      </p:sp>
      <p:pic>
        <p:nvPicPr>
          <p:cNvPr id="4" name="Content Placeholder 3" descr="飛行機 イラスト素材 [ 4259764 ] - フォトライブラリー photolibrary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05000"/>
            <a:ext cx="8839200" cy="472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886200" y="304800"/>
            <a:ext cx="838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811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ふね</a:t>
            </a:r>
            <a:endParaRPr lang="en-US" sz="7500" dirty="0"/>
          </a:p>
        </p:txBody>
      </p:sp>
      <p:pic>
        <p:nvPicPr>
          <p:cNvPr id="4" name="Content Placeholder 3" descr="無料イラスト 船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8610600" cy="510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581400" y="228600"/>
            <a:ext cx="76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25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Autofit/>
          </a:bodyPr>
          <a:lstStyle/>
          <a:p>
            <a:r>
              <a:rPr lang="ja-JP" altLang="en-US" sz="7500" dirty="0"/>
              <a:t>ちかてつ</a:t>
            </a:r>
            <a:endParaRPr lang="en-US" sz="7500" dirty="0"/>
          </a:p>
        </p:txBody>
      </p:sp>
      <p:pic>
        <p:nvPicPr>
          <p:cNvPr id="6" name="Content Placeholder 5" descr="地下鉄の地下イラスト | 無料のベクター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19200"/>
            <a:ext cx="8686800" cy="548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Straight Connector 3"/>
          <p:cNvCxnSpPr/>
          <p:nvPr/>
        </p:nvCxnSpPr>
        <p:spPr>
          <a:xfrm>
            <a:off x="3733800" y="228600"/>
            <a:ext cx="2438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03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でんしゃ</a:t>
            </a:r>
            <a:endParaRPr lang="en-US" sz="7500" dirty="0"/>
          </a:p>
        </p:txBody>
      </p:sp>
      <p:pic>
        <p:nvPicPr>
          <p:cNvPr id="4" name="Content Placeholder 3" descr="ローカル・通勤電車のイラスト | 無料のフリー素材 イラストエイト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00200"/>
            <a:ext cx="8610600" cy="510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962400" y="228600"/>
            <a:ext cx="22098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2839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Autofit/>
          </a:bodyPr>
          <a:lstStyle/>
          <a:p>
            <a:r>
              <a:rPr lang="ja-JP" altLang="en-US" sz="7500" dirty="0"/>
              <a:t>しんかんせん</a:t>
            </a:r>
            <a:endParaRPr lang="en-US" sz="7500" dirty="0"/>
          </a:p>
        </p:txBody>
      </p:sp>
      <p:pic>
        <p:nvPicPr>
          <p:cNvPr id="4" name="Content Placeholder 3" descr="新幹線のイラスト02 | 無料のフリー素材 イラストエイト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410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2667000" y="228600"/>
            <a:ext cx="1524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66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バス</a:t>
            </a:r>
            <a:endParaRPr lang="en-US" sz="7500" dirty="0"/>
          </a:p>
        </p:txBody>
      </p:sp>
      <p:pic>
        <p:nvPicPr>
          <p:cNvPr id="4" name="Content Placeholder 3" descr="バスのイラスト（路線バス・スクールバス）（8カット） | イラストくん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524000"/>
            <a:ext cx="66294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657600" y="152400"/>
            <a:ext cx="914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51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 smtClean="0"/>
              <a:t>タクシー</a:t>
            </a:r>
            <a:endParaRPr lang="en-US" sz="7500" dirty="0"/>
          </a:p>
        </p:txBody>
      </p:sp>
      <p:pic>
        <p:nvPicPr>
          <p:cNvPr id="4" name="Content Placeholder 3" descr="かわいいタクシーの無料イラスト素材｜イラストイメージ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7924800" cy="5181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2971800" y="228600"/>
            <a:ext cx="609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86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じてんしゃ</a:t>
            </a:r>
            <a:endParaRPr lang="en-US" sz="7500" dirty="0"/>
          </a:p>
        </p:txBody>
      </p:sp>
      <p:pic>
        <p:nvPicPr>
          <p:cNvPr id="4" name="Content Placeholder 3" descr="自転車 イラスト素材 [ 1771677 ] - フォトライブラリー photolibrary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7543800" cy="525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276600" y="228600"/>
            <a:ext cx="76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968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ともだち</a:t>
            </a:r>
            <a:endParaRPr lang="en-US" sz="7500" dirty="0"/>
          </a:p>
        </p:txBody>
      </p:sp>
      <p:pic>
        <p:nvPicPr>
          <p:cNvPr id="6" name="Content Placeholder 5" descr="肩を組んでいる学生のイラスト（男女） | かわいいフリー素材集 いらすとや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47801"/>
            <a:ext cx="8686800" cy="525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Straight Connector 3"/>
          <p:cNvCxnSpPr/>
          <p:nvPr/>
        </p:nvCxnSpPr>
        <p:spPr>
          <a:xfrm>
            <a:off x="3810000" y="152400"/>
            <a:ext cx="2286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5304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あるいて</a:t>
            </a:r>
            <a:endParaRPr lang="en-US" sz="7500" dirty="0"/>
          </a:p>
        </p:txBody>
      </p:sp>
      <p:pic>
        <p:nvPicPr>
          <p:cNvPr id="4" name="Content Placeholder 3" descr="リュックを背負い歩いている人物のイラスト | イラスト無料・かわいい ...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0200"/>
            <a:ext cx="5715000" cy="5242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自転車に乗る子供 イラスト素材 [ 4933131 ] - フォトライブラリー ...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286000"/>
            <a:ext cx="3962400" cy="45567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Down Arrow 5"/>
          <p:cNvSpPr/>
          <p:nvPr/>
        </p:nvSpPr>
        <p:spPr>
          <a:xfrm>
            <a:off x="2400300" y="1455420"/>
            <a:ext cx="533400" cy="685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3733800" y="152400"/>
            <a:ext cx="838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31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かぞく</a:t>
            </a:r>
            <a:endParaRPr lang="en-US" sz="7500" dirty="0"/>
          </a:p>
        </p:txBody>
      </p:sp>
      <p:pic>
        <p:nvPicPr>
          <p:cNvPr id="4" name="Content Placeholder 3" descr="集まった家族のイラスト | かわいいフリー素材集 いらすとや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71600"/>
            <a:ext cx="8534400" cy="548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3276600" y="228600"/>
            <a:ext cx="838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01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</p:spPr>
        <p:txBody>
          <a:bodyPr>
            <a:noAutofit/>
          </a:bodyPr>
          <a:lstStyle/>
          <a:p>
            <a:r>
              <a:rPr lang="ja-JP" altLang="en-US" sz="7500" dirty="0"/>
              <a:t>か</a:t>
            </a:r>
            <a:r>
              <a:rPr lang="ja-JP" altLang="en-US" sz="7500" dirty="0" smtClean="0"/>
              <a:t>れ　　かのじょ</a:t>
            </a:r>
            <a:endParaRPr lang="en-US" sz="7500" dirty="0"/>
          </a:p>
        </p:txBody>
      </p:sp>
      <p:pic>
        <p:nvPicPr>
          <p:cNvPr id="4" name="Content Placeholder 3" descr="彼のためにチョコを作る女子のイラストのイラスト素材 [46851752] - PIXTA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95400"/>
            <a:ext cx="8763000" cy="541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Down Arrow 2"/>
          <p:cNvSpPr/>
          <p:nvPr/>
        </p:nvSpPr>
        <p:spPr>
          <a:xfrm>
            <a:off x="2133600" y="1143000"/>
            <a:ext cx="457200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own Arrow 4"/>
          <p:cNvSpPr/>
          <p:nvPr/>
        </p:nvSpPr>
        <p:spPr>
          <a:xfrm>
            <a:off x="5334000" y="1371600"/>
            <a:ext cx="381000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295400" y="152400"/>
            <a:ext cx="6858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419600" y="152400"/>
            <a:ext cx="6858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5710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ひとり</a:t>
            </a:r>
            <a:r>
              <a:rPr lang="ja-JP" altLang="en-US" sz="7500" dirty="0" smtClean="0"/>
              <a:t>で</a:t>
            </a:r>
            <a:endParaRPr lang="en-US" sz="7500" dirty="0"/>
          </a:p>
        </p:txBody>
      </p:sp>
      <p:pic>
        <p:nvPicPr>
          <p:cNvPr id="4" name="Content Placeholder 3" descr="一人の悲しいクリスマスを過ごす男性の無料イラスト58795 | 素材Good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" y="1524000"/>
            <a:ext cx="4846320" cy="518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お誕生日 イラスト素材のイラスト素材 [16458634] - PIXTA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524000"/>
            <a:ext cx="4343400" cy="52578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Down Arrow 6"/>
          <p:cNvSpPr/>
          <p:nvPr/>
        </p:nvSpPr>
        <p:spPr>
          <a:xfrm>
            <a:off x="1828800" y="1295400"/>
            <a:ext cx="533400" cy="762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3886200" y="228600"/>
            <a:ext cx="6858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548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ja-JP" altLang="en-US" sz="7500" dirty="0"/>
              <a:t>たんじょうび</a:t>
            </a:r>
            <a:endParaRPr lang="en-US" sz="7500" dirty="0"/>
          </a:p>
        </p:txBody>
      </p:sp>
      <p:pic>
        <p:nvPicPr>
          <p:cNvPr id="5" name="Content Placeholder 4" descr="お誕生日 イラスト素材のイラスト素材 [16458634] - PIXTA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00200"/>
            <a:ext cx="8153400" cy="5029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Straight Connector 3"/>
          <p:cNvCxnSpPr/>
          <p:nvPr/>
        </p:nvCxnSpPr>
        <p:spPr>
          <a:xfrm>
            <a:off x="3124200" y="152400"/>
            <a:ext cx="2133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569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81</Words>
  <Application>Microsoft Office PowerPoint</Application>
  <PresentationFormat>On-screen Show (4:3)</PresentationFormat>
  <Paragraphs>20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きます</vt:lpstr>
      <vt:lpstr>いきます</vt:lpstr>
      <vt:lpstr>がっこう</vt:lpstr>
      <vt:lpstr>「うちへ」かえります</vt:lpstr>
      <vt:lpstr>スーパー</vt:lpstr>
      <vt:lpstr>えき</vt:lpstr>
      <vt:lpstr>ひこうき</vt:lpstr>
      <vt:lpstr>ふね</vt:lpstr>
      <vt:lpstr>ちかてつ</vt:lpstr>
      <vt:lpstr>でんしゃ</vt:lpstr>
      <vt:lpstr>しんかんせん</vt:lpstr>
      <vt:lpstr>バス</vt:lpstr>
      <vt:lpstr>タクシー</vt:lpstr>
      <vt:lpstr>じてんしゃ</vt:lpstr>
      <vt:lpstr>ともだち</vt:lpstr>
      <vt:lpstr>あるいて</vt:lpstr>
      <vt:lpstr>かぞく</vt:lpstr>
      <vt:lpstr>かれ　　かのじょ</vt:lpstr>
      <vt:lpstr>ひとりで</vt:lpstr>
      <vt:lpstr>たんじょうび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Welcome</dc:creator>
  <cp:lastModifiedBy>KimAnh</cp:lastModifiedBy>
  <cp:revision>41</cp:revision>
  <dcterms:created xsi:type="dcterms:W3CDTF">2020-08-04T02:20:15Z</dcterms:created>
  <dcterms:modified xsi:type="dcterms:W3CDTF">2024-02-24T12:55:06Z</dcterms:modified>
</cp:coreProperties>
</file>