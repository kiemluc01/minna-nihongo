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2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6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2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8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2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2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0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73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64BFE-01C4-413C-93A8-6D1DB0F81A47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19DD6-D8E8-4CAC-A915-5EC7B53E0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5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8458200" cy="1600201"/>
          </a:xfrm>
        </p:spPr>
        <p:txBody>
          <a:bodyPr>
            <a:normAutofit/>
          </a:bodyPr>
          <a:lstStyle/>
          <a:p>
            <a:r>
              <a:rPr lang="ja-JP" altLang="en-US" sz="7500" dirty="0" smtClean="0"/>
              <a:t>きります</a:t>
            </a:r>
            <a:endParaRPr lang="en-US" sz="7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紙を切る子供の手[00798010426]の写真素材・イラスト素材｜アマナ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49530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イラストポップ 学校のイラスト | 家庭科No01調理実習で野菜を切る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05000"/>
            <a:ext cx="4419600" cy="472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3733800" y="228600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11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おくります</a:t>
            </a:r>
            <a:endParaRPr lang="en-US" sz="7500" dirty="0"/>
          </a:p>
        </p:txBody>
      </p:sp>
      <p:pic>
        <p:nvPicPr>
          <p:cNvPr id="4" name="Content Placeholder 3" descr="イラスト】７課・動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1600200"/>
            <a:ext cx="4871085" cy="505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パソコンでメールを送るOL・事務職の女性のイラスト素材 [21335163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00200"/>
            <a:ext cx="4038600" cy="5070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429000" y="228600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あげます</a:t>
            </a:r>
            <a:endParaRPr lang="en-US" sz="7500" dirty="0"/>
          </a:p>
        </p:txBody>
      </p:sp>
      <p:pic>
        <p:nvPicPr>
          <p:cNvPr id="4" name="Content Placeholder 3" descr="イラスト】７課・動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458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657600" y="228600"/>
            <a:ext cx="1828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4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もらいます</a:t>
            </a:r>
            <a:endParaRPr lang="en-US" sz="7500" dirty="0"/>
          </a:p>
        </p:txBody>
      </p:sp>
      <p:pic>
        <p:nvPicPr>
          <p:cNvPr id="4" name="Content Placeholder 3" descr="みんなの日本語７課 もらいます A5 教案 | Kyoan Online | Kyoan Online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4724400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動詞 ２４課 くれます もらいます - スーザンの日本語教育 手描きイラスト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00200"/>
            <a:ext cx="4419600" cy="52273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own Arrow 5"/>
          <p:cNvSpPr/>
          <p:nvPr/>
        </p:nvSpPr>
        <p:spPr>
          <a:xfrm>
            <a:off x="2209800" y="1524000"/>
            <a:ext cx="484632" cy="489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7924800" y="2133600"/>
            <a:ext cx="5334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276600" y="228600"/>
            <a:ext cx="2362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85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かります</a:t>
            </a:r>
            <a:endParaRPr lang="en-US" sz="7500" dirty="0"/>
          </a:p>
        </p:txBody>
      </p:sp>
      <p:pic>
        <p:nvPicPr>
          <p:cNvPr id="4" name="Content Placeholder 3" descr="て形(依頼) : 偏寝Illustration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34400" cy="4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3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おしえます</a:t>
            </a:r>
            <a:endParaRPr lang="en-US" sz="7500" dirty="0"/>
          </a:p>
        </p:txBody>
      </p:sp>
      <p:pic>
        <p:nvPicPr>
          <p:cNvPr id="4" name="Content Placeholder 3" descr="イラスト】７課・動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344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228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3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ならいます</a:t>
            </a:r>
            <a:endParaRPr lang="en-US" sz="7500" dirty="0"/>
          </a:p>
        </p:txBody>
      </p:sp>
      <p:pic>
        <p:nvPicPr>
          <p:cNvPr id="4" name="Content Placeholder 3" descr="動詞 ７課 習います - スーザンの日本語教育 手描きイラス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344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228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41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991600" cy="1143000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でんわ　を　かけます</a:t>
            </a:r>
            <a:endParaRPr lang="en-US" sz="7500" dirty="0"/>
          </a:p>
        </p:txBody>
      </p:sp>
      <p:pic>
        <p:nvPicPr>
          <p:cNvPr id="4" name="Content Placeholder 3" descr="イラスト】７課・動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458200" cy="4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6172200" y="228600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31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て</a:t>
            </a:r>
            <a:endParaRPr lang="en-US" sz="7500" dirty="0"/>
          </a:p>
        </p:txBody>
      </p:sp>
      <p:pic>
        <p:nvPicPr>
          <p:cNvPr id="4" name="Content Placeholder 3" descr="手のひらイラスト - No: 863169／無料イラストなら「イラストAC」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0"/>
            <a:ext cx="5181600" cy="533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1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はし</a:t>
            </a:r>
            <a:endParaRPr lang="en-US" sz="7500" dirty="0"/>
          </a:p>
        </p:txBody>
      </p:sp>
      <p:pic>
        <p:nvPicPr>
          <p:cNvPr id="4" name="Content Placeholder 3" descr="女性用の箸のイラスト |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0"/>
            <a:ext cx="5638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54582" y="166255"/>
            <a:ext cx="8382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754582" y="166255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6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スプーン</a:t>
            </a:r>
            <a:endParaRPr lang="en-US" sz="7500" dirty="0"/>
          </a:p>
        </p:txBody>
      </p:sp>
      <p:pic>
        <p:nvPicPr>
          <p:cNvPr id="4" name="Content Placeholder 3" descr="スプーンのイラスト | かわいいフリー素材が無料のイラストレイン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54480"/>
            <a:ext cx="5943600" cy="5303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33800" y="226147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65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ナイフ</a:t>
            </a:r>
            <a:endParaRPr lang="en-US" sz="7500" dirty="0"/>
          </a:p>
        </p:txBody>
      </p:sp>
      <p:pic>
        <p:nvPicPr>
          <p:cNvPr id="4" name="Content Placeholder 3" descr="中学3年生の少年、路上で女性刺した疑い…面識なく「殺すつもりで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934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フォーク</a:t>
            </a:r>
            <a:endParaRPr lang="en-US" sz="7500" dirty="0"/>
          </a:p>
        </p:txBody>
      </p:sp>
      <p:pic>
        <p:nvPicPr>
          <p:cNvPr id="4" name="Content Placeholder 3" descr="幼稚園児のイラスト・絵カード:食器のイラスト - livedoor Blog（ブログ）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162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8956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0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はさみ</a:t>
            </a:r>
            <a:endParaRPr lang="en-US" sz="7500" dirty="0"/>
          </a:p>
        </p:txBody>
      </p:sp>
      <p:pic>
        <p:nvPicPr>
          <p:cNvPr id="4" name="Content Placeholder 3" descr="はさみのイラスト（文房具） | イラストくん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543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39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パソコン</a:t>
            </a:r>
            <a:endParaRPr lang="en-US" sz="7500" dirty="0"/>
          </a:p>
        </p:txBody>
      </p:sp>
      <p:pic>
        <p:nvPicPr>
          <p:cNvPr id="4" name="Content Placeholder 3" descr="開いているノートパソコンのイメージイラスト イラスト素材 [ 6121935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5532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228600"/>
            <a:ext cx="228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3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ケータイ</a:t>
            </a:r>
            <a:endParaRPr lang="en-US" sz="7500" dirty="0"/>
          </a:p>
        </p:txBody>
      </p:sp>
      <p:pic>
        <p:nvPicPr>
          <p:cNvPr id="4" name="Content Placeholder 3" descr="商用フリーイラスト【ケータイ・iPhone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5181599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ガラパゴスケータイのイラスト | エコのモト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89760"/>
            <a:ext cx="4343400" cy="487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733800" y="228600"/>
            <a:ext cx="243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64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メール</a:t>
            </a:r>
            <a:endParaRPr lang="en-US" sz="7500" dirty="0"/>
          </a:p>
        </p:txBody>
      </p:sp>
      <p:pic>
        <p:nvPicPr>
          <p:cNvPr id="4" name="Content Placeholder 3" descr="メール イラスト素材 [ 2143395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42672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メールの無料イラスト素材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52600"/>
            <a:ext cx="4267200" cy="4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4038600" y="304800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56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ねんがじょう</a:t>
            </a:r>
            <a:endParaRPr lang="en-US" sz="7500" dirty="0"/>
          </a:p>
        </p:txBody>
      </p:sp>
      <p:pic>
        <p:nvPicPr>
          <p:cNvPr id="4" name="Content Placeholder 3" descr="年賀状2020】ねずみのイラストが可愛い無料デザインテンプレー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4800599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124200" y="228600"/>
            <a:ext cx="381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3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パンチ</a:t>
            </a:r>
            <a:endParaRPr lang="en-US" sz="7500" dirty="0"/>
          </a:p>
        </p:txBody>
      </p:sp>
      <p:pic>
        <p:nvPicPr>
          <p:cNvPr id="4" name="Content Placeholder 3" descr="パンチのイラスト イラスト素材 [ 5937294 ] - フォトライブラ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620000" cy="449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09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ホッチキス</a:t>
            </a:r>
            <a:endParaRPr lang="en-US" sz="7500" dirty="0"/>
          </a:p>
        </p:txBody>
      </p:sp>
      <p:pic>
        <p:nvPicPr>
          <p:cNvPr id="4" name="Content Placeholder 3" descr="ホッチキス（ホチキス）のイラスト | 無料のフリー素材 イラストエイ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696199" cy="48307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362200" y="228600"/>
            <a:ext cx="914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40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セロテープ</a:t>
            </a:r>
            <a:endParaRPr lang="en-US" sz="7500" dirty="0"/>
          </a:p>
        </p:txBody>
      </p:sp>
      <p:pic>
        <p:nvPicPr>
          <p:cNvPr id="4" name="Content Placeholder 3" descr="セロテープイラスト - No: 1483126／無料イラストなら「イラストAC」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04180"/>
            <a:ext cx="5791200" cy="477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64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けしゴム</a:t>
            </a:r>
            <a:endParaRPr lang="en-US" sz="7500" dirty="0"/>
          </a:p>
        </p:txBody>
      </p:sp>
      <p:pic>
        <p:nvPicPr>
          <p:cNvPr id="4" name="Content Placeholder 3" descr="消しゴムフリーイラス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58674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152400"/>
            <a:ext cx="2133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28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かみ</a:t>
            </a:r>
            <a:endParaRPr lang="en-US" sz="7500" dirty="0"/>
          </a:p>
        </p:txBody>
      </p:sp>
      <p:pic>
        <p:nvPicPr>
          <p:cNvPr id="4" name="Content Placeholder 3" descr="紙の山のイラスト素材 [1444380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077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stCxn id="2" idx="0"/>
          </p:cNvCxnSpPr>
          <p:nvPr/>
        </p:nvCxnSpPr>
        <p:spPr>
          <a:xfrm>
            <a:off x="4572000" y="274638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4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はな</a:t>
            </a:r>
            <a:endParaRPr lang="en-US" sz="7500" dirty="0"/>
          </a:p>
        </p:txBody>
      </p:sp>
      <p:pic>
        <p:nvPicPr>
          <p:cNvPr id="4" name="Content Placeholder 3" descr="Red Japanese camellia[20042000516]の写真素材・イラスト素材｜アマナ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stCxn id="2" idx="0"/>
          </p:cNvCxnSpPr>
          <p:nvPr/>
        </p:nvCxnSpPr>
        <p:spPr>
          <a:xfrm>
            <a:off x="4572000" y="274638"/>
            <a:ext cx="914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0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シャツ</a:t>
            </a:r>
            <a:endParaRPr lang="en-US" sz="7500" dirty="0"/>
          </a:p>
        </p:txBody>
      </p:sp>
      <p:pic>
        <p:nvPicPr>
          <p:cNvPr id="6" name="Content Placeholder 5" descr="フリーイラスト] ストライプ柄のシャツ - パブリックドメインQ：著作権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969916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半袖Yシャツのイラスト: イラスト図鑑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28800"/>
            <a:ext cx="4191000" cy="472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2766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06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プレゼント</a:t>
            </a:r>
            <a:endParaRPr lang="en-US" sz="7500" dirty="0"/>
          </a:p>
        </p:txBody>
      </p:sp>
      <p:pic>
        <p:nvPicPr>
          <p:cNvPr id="4" name="Content Placeholder 3" descr="無料イラスト プレゼン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429000" y="228600"/>
            <a:ext cx="76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67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にもつ</a:t>
            </a:r>
            <a:endParaRPr lang="en-US" sz="7500" dirty="0"/>
          </a:p>
        </p:txBody>
      </p:sp>
      <p:pic>
        <p:nvPicPr>
          <p:cNvPr id="4" name="Content Placeholder 3" descr="無料イラスト] 荷造りした引越しの荷物 - パブリックドメインQ：著作権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3058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838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71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おかね</a:t>
            </a:r>
            <a:endParaRPr lang="en-US" sz="7500" dirty="0"/>
          </a:p>
        </p:txBody>
      </p:sp>
      <p:pic>
        <p:nvPicPr>
          <p:cNvPr id="4" name="Content Placeholder 3" descr="無料イラスト] 日本の紙幣と硬貨 - パブリックドメインQ：著作権フ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64770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038600" y="228600"/>
            <a:ext cx="1905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きっぷ　</a:t>
            </a:r>
            <a:r>
              <a:rPr lang="en-US" altLang="ja-JP" sz="7500" dirty="0" smtClean="0"/>
              <a:t>/</a:t>
            </a:r>
            <a:r>
              <a:rPr lang="ja-JP" altLang="en-US" sz="7500" dirty="0" smtClean="0"/>
              <a:t>　チケット</a:t>
            </a:r>
            <a:endParaRPr lang="en-US" sz="7500" dirty="0"/>
          </a:p>
        </p:txBody>
      </p:sp>
      <p:pic>
        <p:nvPicPr>
          <p:cNvPr id="4" name="Content Placeholder 3" descr="Movie Ticket Clipart - 映画 の 切符 イラスト, HD Png Download - vhv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963670"/>
            <a:ext cx="804672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航空券イラスト - No: 1133377／無料イラストなら「イラストAC」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8760"/>
            <a:ext cx="8001000" cy="2409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2590800" y="228600"/>
            <a:ext cx="914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53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クリスマス</a:t>
            </a:r>
            <a:endParaRPr lang="en-US" sz="7500" dirty="0"/>
          </a:p>
        </p:txBody>
      </p:sp>
      <p:pic>
        <p:nvPicPr>
          <p:cNvPr id="4" name="Content Placeholder 3" descr="クリスマスのイラスト/イラスト無料フリー素材/クリスマスツリー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820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1447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16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915400" cy="1143000"/>
          </a:xfrm>
        </p:spPr>
        <p:txBody>
          <a:bodyPr>
            <a:noAutofit/>
          </a:bodyPr>
          <a:lstStyle/>
          <a:p>
            <a:r>
              <a:rPr lang="ja-JP" altLang="en-US" sz="4900" dirty="0" smtClean="0"/>
              <a:t>ちち</a:t>
            </a:r>
            <a:r>
              <a:rPr lang="en-US" altLang="ja-JP" sz="4900" dirty="0" smtClean="0"/>
              <a:t>/</a:t>
            </a:r>
            <a:r>
              <a:rPr lang="ja-JP" altLang="en-US" sz="4900" dirty="0" smtClean="0"/>
              <a:t>おとうさん　はは</a:t>
            </a:r>
            <a:r>
              <a:rPr lang="en-US" altLang="ja-JP" sz="4900" dirty="0" smtClean="0"/>
              <a:t>/</a:t>
            </a:r>
            <a:r>
              <a:rPr lang="ja-JP" altLang="en-US" sz="4900" dirty="0" smtClean="0"/>
              <a:t>おかあさん</a:t>
            </a:r>
            <a:endParaRPr lang="en-US" sz="4900" dirty="0"/>
          </a:p>
        </p:txBody>
      </p:sp>
      <p:pic>
        <p:nvPicPr>
          <p:cNvPr id="7" name="Content Placeholder 6" descr="無料イラスト] 父と母と子 - パブリックドメインQ：著作権フリー画像素材集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own Arrow 7"/>
          <p:cNvSpPr/>
          <p:nvPr/>
        </p:nvSpPr>
        <p:spPr>
          <a:xfrm>
            <a:off x="2286000" y="1371600"/>
            <a:ext cx="9144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172200" y="1371600"/>
            <a:ext cx="8382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762000" y="304800"/>
            <a:ext cx="381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2" idx="0"/>
          </p:cNvCxnSpPr>
          <p:nvPr/>
        </p:nvCxnSpPr>
        <p:spPr>
          <a:xfrm>
            <a:off x="4533900" y="228600"/>
            <a:ext cx="4953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91300" y="304800"/>
            <a:ext cx="4191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33600" y="304800"/>
            <a:ext cx="381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09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120</Words>
  <Application>Microsoft Office PowerPoint</Application>
  <PresentationFormat>On-screen Show (4:3)</PresentationFormat>
  <Paragraphs>31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きります</vt:lpstr>
      <vt:lpstr>おくります</vt:lpstr>
      <vt:lpstr>あげます</vt:lpstr>
      <vt:lpstr>もらいます</vt:lpstr>
      <vt:lpstr>かります</vt:lpstr>
      <vt:lpstr>おしえます</vt:lpstr>
      <vt:lpstr>ならいます</vt:lpstr>
      <vt:lpstr>でんわ　を　かけます</vt:lpstr>
      <vt:lpstr>て</vt:lpstr>
      <vt:lpstr>はし</vt:lpstr>
      <vt:lpstr>スプーン</vt:lpstr>
      <vt:lpstr>ナイフ</vt:lpstr>
      <vt:lpstr>フォーク</vt:lpstr>
      <vt:lpstr>はさみ</vt:lpstr>
      <vt:lpstr>パソコン</vt:lpstr>
      <vt:lpstr>ケータイ</vt:lpstr>
      <vt:lpstr>メール</vt:lpstr>
      <vt:lpstr>ねんがじょう</vt:lpstr>
      <vt:lpstr>パンチ</vt:lpstr>
      <vt:lpstr>ホッチキス</vt:lpstr>
      <vt:lpstr>セロテープ</vt:lpstr>
      <vt:lpstr>けしゴム</vt:lpstr>
      <vt:lpstr>かみ</vt:lpstr>
      <vt:lpstr>はな</vt:lpstr>
      <vt:lpstr>シャツ</vt:lpstr>
      <vt:lpstr>プレゼント</vt:lpstr>
      <vt:lpstr>にもつ</vt:lpstr>
      <vt:lpstr>おかね</vt:lpstr>
      <vt:lpstr>きっぷ　/　チケット</vt:lpstr>
      <vt:lpstr>クリスマス</vt:lpstr>
      <vt:lpstr>ちち/おとうさん　はは/おかあさん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40</cp:revision>
  <dcterms:created xsi:type="dcterms:W3CDTF">2020-08-08T05:42:07Z</dcterms:created>
  <dcterms:modified xsi:type="dcterms:W3CDTF">2024-03-07T12:57:22Z</dcterms:modified>
</cp:coreProperties>
</file>