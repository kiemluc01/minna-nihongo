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79" r:id="rId8"/>
    <p:sldId id="263" r:id="rId9"/>
    <p:sldId id="264" r:id="rId10"/>
    <p:sldId id="265" r:id="rId11"/>
    <p:sldId id="266" r:id="rId12"/>
    <p:sldId id="267" r:id="rId13"/>
    <p:sldId id="268" r:id="rId14"/>
    <p:sldId id="278" r:id="rId15"/>
    <p:sldId id="276" r:id="rId16"/>
    <p:sldId id="280" r:id="rId17"/>
    <p:sldId id="275" r:id="rId18"/>
    <p:sldId id="270" r:id="rId19"/>
    <p:sldId id="271" r:id="rId20"/>
    <p:sldId id="272" r:id="rId21"/>
    <p:sldId id="273" r:id="rId22"/>
    <p:sldId id="274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8976D-AC2E-4AC9-AEE8-2FDD92C18302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10D39-8B3A-41FF-92F1-367FE480C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93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8976D-AC2E-4AC9-AEE8-2FDD92C18302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10D39-8B3A-41FF-92F1-367FE480C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166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8976D-AC2E-4AC9-AEE8-2FDD92C18302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10D39-8B3A-41FF-92F1-367FE480C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30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8976D-AC2E-4AC9-AEE8-2FDD92C18302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10D39-8B3A-41FF-92F1-367FE480C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175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8976D-AC2E-4AC9-AEE8-2FDD92C18302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10D39-8B3A-41FF-92F1-367FE480C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562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8976D-AC2E-4AC9-AEE8-2FDD92C18302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10D39-8B3A-41FF-92F1-367FE480C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473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8976D-AC2E-4AC9-AEE8-2FDD92C18302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10D39-8B3A-41FF-92F1-367FE480C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237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8976D-AC2E-4AC9-AEE8-2FDD92C18302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10D39-8B3A-41FF-92F1-367FE480C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10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8976D-AC2E-4AC9-AEE8-2FDD92C18302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10D39-8B3A-41FF-92F1-367FE480C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329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8976D-AC2E-4AC9-AEE8-2FDD92C18302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10D39-8B3A-41FF-92F1-367FE480C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601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8976D-AC2E-4AC9-AEE8-2FDD92C18302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10D39-8B3A-41FF-92F1-367FE480C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260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8976D-AC2E-4AC9-AEE8-2FDD92C18302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10D39-8B3A-41FF-92F1-367FE480C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773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28601"/>
            <a:ext cx="8534400" cy="1219200"/>
          </a:xfrm>
        </p:spPr>
        <p:txBody>
          <a:bodyPr>
            <a:noAutofit/>
          </a:bodyPr>
          <a:lstStyle/>
          <a:p>
            <a:r>
              <a:rPr lang="ja-JP" altLang="en-US" sz="7500" dirty="0" smtClean="0"/>
              <a:t>おきます</a:t>
            </a:r>
            <a:endParaRPr lang="en-US" sz="75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26課・〜んです【イラスト】 | にほんご教師ピック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600200"/>
            <a:ext cx="8686800" cy="5029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Straight Connector 5"/>
          <p:cNvCxnSpPr/>
          <p:nvPr/>
        </p:nvCxnSpPr>
        <p:spPr>
          <a:xfrm>
            <a:off x="3733800" y="228600"/>
            <a:ext cx="2286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860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ねます</a:t>
            </a:r>
            <a:endParaRPr lang="en-US" sz="7500" dirty="0"/>
          </a:p>
        </p:txBody>
      </p:sp>
      <p:pic>
        <p:nvPicPr>
          <p:cNvPr id="4" name="Content Placeholder 3" descr="イラスト】４課・新出語 | にほんご教師ピック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447800"/>
            <a:ext cx="8686800" cy="5181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4191000" y="228600"/>
            <a:ext cx="76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960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はたらきます</a:t>
            </a:r>
            <a:endParaRPr lang="en-US" sz="7500" dirty="0"/>
          </a:p>
        </p:txBody>
      </p:sp>
      <p:pic>
        <p:nvPicPr>
          <p:cNvPr id="4" name="Content Placeholder 3" descr="商用フリーイラスト【働く】 | にほんご教師ピック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47800"/>
            <a:ext cx="4495800" cy="533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リス太のビジネスマナー講座 ～職場にいつ頃つけばいい？/フレックス ...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600200"/>
            <a:ext cx="4876800" cy="5181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Straight Connector 5"/>
          <p:cNvCxnSpPr/>
          <p:nvPr/>
        </p:nvCxnSpPr>
        <p:spPr>
          <a:xfrm>
            <a:off x="2971800" y="304800"/>
            <a:ext cx="3200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2641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Autofit/>
          </a:bodyPr>
          <a:lstStyle/>
          <a:p>
            <a:r>
              <a:rPr lang="ja-JP" altLang="en-US" sz="7500" dirty="0" smtClean="0"/>
              <a:t>やすみます</a:t>
            </a:r>
            <a:endParaRPr lang="en-US" sz="7500" dirty="0"/>
          </a:p>
        </p:txBody>
      </p:sp>
      <p:pic>
        <p:nvPicPr>
          <p:cNvPr id="4" name="Content Placeholder 3" descr="イラスト】４課・新出語 | にほんご教師ピック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47800"/>
            <a:ext cx="4648200" cy="533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ソファーで休憩するサラリーマンのイラスト素材 [7864479] - PIXTA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9" y="1447800"/>
            <a:ext cx="4572001" cy="5410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Straight Connector 5"/>
          <p:cNvCxnSpPr/>
          <p:nvPr/>
        </p:nvCxnSpPr>
        <p:spPr>
          <a:xfrm>
            <a:off x="3276600" y="152400"/>
            <a:ext cx="27432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0475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べんきょうします</a:t>
            </a:r>
            <a:endParaRPr lang="en-US" sz="7500" dirty="0"/>
          </a:p>
        </p:txBody>
      </p:sp>
      <p:pic>
        <p:nvPicPr>
          <p:cNvPr id="4" name="Content Placeholder 3" descr="商用フリーイラスト【勉強する】 | にほんご教師ピック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524000"/>
            <a:ext cx="8610600" cy="5181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2286000" y="228600"/>
            <a:ext cx="457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534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おわります</a:t>
            </a:r>
            <a:endParaRPr lang="en-US" sz="7500" dirty="0"/>
          </a:p>
        </p:txBody>
      </p:sp>
      <p:pic>
        <p:nvPicPr>
          <p:cNvPr id="4" name="Content Placeholder 3" descr="ぼくの一日 追加「終わります」 - スーザンの 日本語教育 手描き ...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524000"/>
            <a:ext cx="8763000" cy="5105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3352800" y="228600"/>
            <a:ext cx="16002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172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000" dirty="0"/>
              <a:t>いま</a:t>
            </a:r>
            <a:endParaRPr lang="en-US" sz="7000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447800"/>
            <a:ext cx="8001000" cy="5029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Straight Connector 4"/>
          <p:cNvCxnSpPr>
            <a:endCxn id="2" idx="0"/>
          </p:cNvCxnSpPr>
          <p:nvPr/>
        </p:nvCxnSpPr>
        <p:spPr>
          <a:xfrm>
            <a:off x="3657600" y="274638"/>
            <a:ext cx="914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9091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Autofit/>
          </a:bodyPr>
          <a:lstStyle/>
          <a:p>
            <a:r>
              <a:rPr lang="ja-JP" altLang="en-US" sz="7500" dirty="0" smtClean="0"/>
              <a:t>デパート</a:t>
            </a:r>
            <a:endParaRPr lang="en-US" sz="7500" dirty="0"/>
          </a:p>
        </p:txBody>
      </p:sp>
      <p:pic>
        <p:nvPicPr>
          <p:cNvPr id="4" name="Content Placeholder 3" descr="デパート・百貨店のイラスト | かわいいフリー素材集 いらすとや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524000"/>
            <a:ext cx="8382000" cy="5105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3810000" y="228600"/>
            <a:ext cx="8382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2323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ぎんこう</a:t>
            </a:r>
            <a:endParaRPr lang="en-US" sz="7500" dirty="0"/>
          </a:p>
        </p:txBody>
      </p:sp>
      <p:pic>
        <p:nvPicPr>
          <p:cNvPr id="4" name="Content Placeholder 3" descr="銀行のイラスト | 無料のフリー素材 イラストエイト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447800"/>
            <a:ext cx="8610600" cy="5181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3886200" y="304800"/>
            <a:ext cx="2057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203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ゆうびんきょく</a:t>
            </a:r>
            <a:endParaRPr lang="en-US" sz="7500" dirty="0"/>
          </a:p>
        </p:txBody>
      </p:sp>
      <p:pic>
        <p:nvPicPr>
          <p:cNvPr id="4" name="Content Placeholder 3" descr="郵便局」フリーイラスト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447800"/>
            <a:ext cx="7696200" cy="5257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2743200" y="228600"/>
            <a:ext cx="16002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7000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としょかん</a:t>
            </a:r>
            <a:endParaRPr lang="en-US" sz="7500" dirty="0"/>
          </a:p>
        </p:txBody>
      </p:sp>
      <p:pic>
        <p:nvPicPr>
          <p:cNvPr id="4" name="Content Placeholder 3" descr="商用フリーイラスト【図書館、図書室】 | にほんご教師ピック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447800"/>
            <a:ext cx="8382000" cy="5257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>
            <a:endCxn id="2" idx="0"/>
          </p:cNvCxnSpPr>
          <p:nvPr/>
        </p:nvCxnSpPr>
        <p:spPr>
          <a:xfrm>
            <a:off x="3276600" y="274638"/>
            <a:ext cx="1295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5225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びじゅつかん</a:t>
            </a:r>
            <a:endParaRPr lang="en-US" sz="7500" dirty="0"/>
          </a:p>
        </p:txBody>
      </p:sp>
      <p:pic>
        <p:nvPicPr>
          <p:cNvPr id="4" name="Content Placeholder 3" descr="美術鑑賞[11002051988]の写真素材・イラスト素材｜アマナイメージズ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524000"/>
            <a:ext cx="8610600" cy="5181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2895600" y="304800"/>
            <a:ext cx="23622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4408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あさ　　ひる　　よる</a:t>
            </a:r>
            <a:endParaRPr lang="en-US" sz="7500" dirty="0"/>
          </a:p>
        </p:txBody>
      </p:sp>
      <p:pic>
        <p:nvPicPr>
          <p:cNvPr id="4" name="Content Placeholder 3" descr="みんなの日本語】第4課のイラストと教案｜ー時ー分、から/まで、何曜日？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0"/>
            <a:ext cx="8839200" cy="5105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762000" y="228600"/>
            <a:ext cx="76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stCxn id="2" idx="0"/>
          </p:cNvCxnSpPr>
          <p:nvPr/>
        </p:nvCxnSpPr>
        <p:spPr>
          <a:xfrm>
            <a:off x="4572000" y="274638"/>
            <a:ext cx="8382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705600" y="274638"/>
            <a:ext cx="76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6402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>
                <a:latin typeface="UD Digi Kyokasho NK-R" pitchFamily="18" charset="-128"/>
                <a:ea typeface="UD Digi Kyokasho NK-R" pitchFamily="18" charset="-128"/>
              </a:rPr>
              <a:t>きょう</a:t>
            </a:r>
            <a:endParaRPr lang="en-US" sz="7500" dirty="0">
              <a:latin typeface="UD Digi Kyokasho NK-R" pitchFamily="18" charset="-128"/>
              <a:ea typeface="UD Digi Kyokasho NK-R" pitchFamily="18" charset="-128"/>
            </a:endParaRPr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600200"/>
            <a:ext cx="76962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4" name="Straight Connector 3"/>
          <p:cNvCxnSpPr/>
          <p:nvPr/>
        </p:nvCxnSpPr>
        <p:spPr>
          <a:xfrm>
            <a:off x="3505200" y="304800"/>
            <a:ext cx="13716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1767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86055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000" dirty="0"/>
              <a:t>まいにち</a:t>
            </a:r>
            <a:endParaRPr lang="en-US" sz="7000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00200"/>
            <a:ext cx="7772400" cy="4952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Straight Connector 4"/>
          <p:cNvCxnSpPr/>
          <p:nvPr/>
        </p:nvCxnSpPr>
        <p:spPr>
          <a:xfrm>
            <a:off x="2971800" y="304800"/>
            <a:ext cx="76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97741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219200"/>
            <a:ext cx="8534400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" name="Down Arrow 20"/>
          <p:cNvSpPr/>
          <p:nvPr/>
        </p:nvSpPr>
        <p:spPr>
          <a:xfrm>
            <a:off x="5105400" y="533400"/>
            <a:ext cx="685800" cy="685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192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839200" cy="1143000"/>
          </a:xfrm>
        </p:spPr>
        <p:txBody>
          <a:bodyPr>
            <a:noAutofit/>
          </a:bodyPr>
          <a:lstStyle/>
          <a:p>
            <a:r>
              <a:rPr lang="ja-JP" altLang="en-US" sz="6500" dirty="0" smtClean="0"/>
              <a:t>「かいしゃを」やすみます</a:t>
            </a:r>
            <a:endParaRPr lang="en-US" sz="6500" dirty="0"/>
          </a:p>
        </p:txBody>
      </p:sp>
      <p:pic>
        <p:nvPicPr>
          <p:cNvPr id="4" name="Content Placeholder 3" descr="イラスト【休む、風邪】 | にほんご教師ピック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447800"/>
            <a:ext cx="8534400" cy="5181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5638800" y="304800"/>
            <a:ext cx="23622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5822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ひるやすみ</a:t>
            </a:r>
            <a:endParaRPr lang="en-US" sz="7500" dirty="0"/>
          </a:p>
        </p:txBody>
      </p:sp>
      <p:pic>
        <p:nvPicPr>
          <p:cNvPr id="4" name="Content Placeholder 3" descr="みんなの日本語I L4 A3 「昼休みは 何時から 何時ですか」 | 日本語 ...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524000"/>
            <a:ext cx="8686800" cy="5181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3276600" y="228600"/>
            <a:ext cx="16002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0250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763000" cy="1020762"/>
          </a:xfrm>
        </p:spPr>
        <p:txBody>
          <a:bodyPr>
            <a:noAutofit/>
          </a:bodyPr>
          <a:lstStyle/>
          <a:p>
            <a:r>
              <a:rPr lang="ja-JP" altLang="en-US" sz="7500" dirty="0"/>
              <a:t>しけん</a:t>
            </a:r>
            <a:endParaRPr lang="en-US" sz="7500" dirty="0"/>
          </a:p>
        </p:txBody>
      </p:sp>
      <p:pic>
        <p:nvPicPr>
          <p:cNvPr id="4" name="Content Placeholder 3" descr="商用フリーイラスト【試験】 | にほんご教師ピック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371600"/>
            <a:ext cx="8839200" cy="5257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4038600" y="228600"/>
            <a:ext cx="914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0768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610600" cy="1143000"/>
          </a:xfrm>
        </p:spPr>
        <p:txBody>
          <a:bodyPr>
            <a:noAutofit/>
          </a:bodyPr>
          <a:lstStyle/>
          <a:p>
            <a:r>
              <a:rPr lang="ja-JP" altLang="en-US" sz="7500" dirty="0" smtClean="0"/>
              <a:t>かいぎ</a:t>
            </a:r>
            <a:endParaRPr lang="en-US" sz="7500" dirty="0"/>
          </a:p>
        </p:txBody>
      </p:sp>
      <p:pic>
        <p:nvPicPr>
          <p:cNvPr id="4" name="Content Placeholder 3" descr="ビジネス会議 イラスト イラスト素材 [ 2520044 ] - フォトライブ ...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447800"/>
            <a:ext cx="8763000" cy="5257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3200400" y="304800"/>
            <a:ext cx="76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3273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えいが</a:t>
            </a:r>
            <a:endParaRPr lang="en-US" sz="7500" dirty="0"/>
          </a:p>
        </p:txBody>
      </p:sp>
      <p:pic>
        <p:nvPicPr>
          <p:cNvPr id="4" name="Content Placeholder 3" descr="映画のアイコン イラスト素材 [ 5847279 ] - フォトライブラリー ...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524000"/>
            <a:ext cx="8610600" cy="5029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3200400" y="228600"/>
            <a:ext cx="8382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4253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94</Words>
  <Application>Microsoft Office PowerPoint</Application>
  <PresentationFormat>On-screen Show (4:3)</PresentationFormat>
  <Paragraphs>20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おきます</vt:lpstr>
      <vt:lpstr>ねます</vt:lpstr>
      <vt:lpstr>はたらきます</vt:lpstr>
      <vt:lpstr>やすみます</vt:lpstr>
      <vt:lpstr>べんきょうします</vt:lpstr>
      <vt:lpstr>おわります</vt:lpstr>
      <vt:lpstr>いま</vt:lpstr>
      <vt:lpstr>デパート</vt:lpstr>
      <vt:lpstr>ぎんこう</vt:lpstr>
      <vt:lpstr>ゆうびんきょく</vt:lpstr>
      <vt:lpstr>としょかん</vt:lpstr>
      <vt:lpstr>びじゅつかん</vt:lpstr>
      <vt:lpstr>あさ　　ひる　　よる</vt:lpstr>
      <vt:lpstr>きょう</vt:lpstr>
      <vt:lpstr>PowerPoint Presentation</vt:lpstr>
      <vt:lpstr>まいにち</vt:lpstr>
      <vt:lpstr>PowerPoint Presentation</vt:lpstr>
      <vt:lpstr>「かいしゃを」やすみます</vt:lpstr>
      <vt:lpstr>ひるやすみ</vt:lpstr>
      <vt:lpstr>しけん</vt:lpstr>
      <vt:lpstr>かいぎ</vt:lpstr>
      <vt:lpstr>えいが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Welcome</dc:creator>
  <cp:lastModifiedBy>KimAnh</cp:lastModifiedBy>
  <cp:revision>33</cp:revision>
  <dcterms:created xsi:type="dcterms:W3CDTF">2020-08-06T02:27:32Z</dcterms:created>
  <dcterms:modified xsi:type="dcterms:W3CDTF">2023-12-20T07:23:08Z</dcterms:modified>
</cp:coreProperties>
</file>