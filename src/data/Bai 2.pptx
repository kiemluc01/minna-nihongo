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3" r:id="rId19"/>
    <p:sldId id="276" r:id="rId20"/>
    <p:sldId id="275" r:id="rId21"/>
    <p:sldId id="274" r:id="rId22"/>
    <p:sldId id="277" r:id="rId23"/>
    <p:sldId id="278" r:id="rId24"/>
    <p:sldId id="279" r:id="rId25"/>
    <p:sldId id="280" r:id="rId26"/>
    <p:sldId id="282" r:id="rId27"/>
    <p:sldId id="281" r:id="rId28"/>
    <p:sldId id="285" r:id="rId29"/>
    <p:sldId id="284" r:id="rId30"/>
    <p:sldId id="283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0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8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8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0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0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1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0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7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2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5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1AC01-4D1F-4EFE-AF2D-C0448EC3FC8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9BC20-BE69-4765-8D3D-E3F68D753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3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イラスト】２課「これ/それ/あれ」 | にほんご教師ピック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610600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141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それ</a:t>
            </a:r>
            <a:endParaRPr lang="en-US" sz="7500" dirty="0"/>
          </a:p>
        </p:txBody>
      </p:sp>
      <p:pic>
        <p:nvPicPr>
          <p:cNvPr id="4" name="Content Placeholder 3" descr="イラスト】２課「これ/それ/あれ」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419600" y="3048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94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あれ</a:t>
            </a:r>
            <a:endParaRPr lang="en-US" sz="7500" dirty="0"/>
          </a:p>
        </p:txBody>
      </p:sp>
      <p:pic>
        <p:nvPicPr>
          <p:cNvPr id="4" name="Content Placeholder 3" descr="イラスト】２課「これ/それ/あれ」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6106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0" y="228600"/>
            <a:ext cx="1066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11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しんぶん</a:t>
            </a:r>
            <a:endParaRPr lang="en-US" sz="7500" dirty="0"/>
          </a:p>
        </p:txBody>
      </p:sp>
      <p:pic>
        <p:nvPicPr>
          <p:cNvPr id="4" name="Content Placeholder 3" descr="取材イラスト（新聞） – 富山市｜糖尿病治療食専門の宅配弁当「医療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600201"/>
            <a:ext cx="4495799" cy="514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クリエイターかずはりんぬの自身初となる映像作品を作りたい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00200"/>
            <a:ext cx="4495800" cy="51492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581400" y="228600"/>
            <a:ext cx="2667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65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ほん</a:t>
            </a:r>
            <a:endParaRPr lang="en-US" sz="7500" dirty="0"/>
          </a:p>
        </p:txBody>
      </p:sp>
      <p:pic>
        <p:nvPicPr>
          <p:cNvPr id="4" name="Content Placeholder 3" descr="イラスト】みんなの日本語２課新出語彙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382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endCxn id="2" idx="0"/>
          </p:cNvCxnSpPr>
          <p:nvPr/>
        </p:nvCxnSpPr>
        <p:spPr>
          <a:xfrm>
            <a:off x="3733800" y="274638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60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ざっし</a:t>
            </a:r>
            <a:endParaRPr lang="en-US" sz="7500" dirty="0"/>
          </a:p>
        </p:txBody>
      </p:sp>
      <p:pic>
        <p:nvPicPr>
          <p:cNvPr id="1026" name="Picture 2" descr="イラストでよくわかる カメラとレンズの疑問 108 - インプレスブック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76400"/>
            <a:ext cx="38100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 descr="車のカタログイラスト - No: 896631／無料イラストなら「イラストAC」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6482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4191000" y="304800"/>
            <a:ext cx="1371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38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じしょ</a:t>
            </a:r>
            <a:endParaRPr lang="en-US" sz="7500" dirty="0"/>
          </a:p>
        </p:txBody>
      </p:sp>
      <p:pic>
        <p:nvPicPr>
          <p:cNvPr id="6" name="Content Placeholder 5" descr="国語辞典のイラス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4572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英語の辞書のイラスト | かわいいフリー素材が無料のイラストレイン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447800"/>
            <a:ext cx="5715000" cy="571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429000" y="3048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26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の</a:t>
            </a:r>
            <a:r>
              <a:rPr lang="ja-JP" altLang="en-US" sz="7500" dirty="0" smtClean="0"/>
              <a:t>ー</a:t>
            </a:r>
            <a:r>
              <a:rPr lang="ja-JP" altLang="en-US" sz="7500" dirty="0"/>
              <a:t>と</a:t>
            </a:r>
            <a:endParaRPr lang="en-US" sz="7500" dirty="0"/>
          </a:p>
        </p:txBody>
      </p:sp>
      <p:pic>
        <p:nvPicPr>
          <p:cNvPr id="4" name="Content Placeholder 3" descr="ノートのイラスト（2カット）（5カラー） | イラストくん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6096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3276600" y="2286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36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てちょう</a:t>
            </a:r>
            <a:endParaRPr lang="en-US" sz="7500" dirty="0"/>
          </a:p>
        </p:txBody>
      </p:sp>
      <p:pic>
        <p:nvPicPr>
          <p:cNvPr id="4" name="Content Placeholder 3" descr="ノート三冊セットのイラスト素材 | イラスト無料・かわいいテンプレー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924800" cy="4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228600"/>
            <a:ext cx="213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31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めいし</a:t>
            </a:r>
            <a:endParaRPr lang="en-US" sz="7500" dirty="0"/>
          </a:p>
        </p:txBody>
      </p:sp>
      <p:pic>
        <p:nvPicPr>
          <p:cNvPr id="4" name="Content Placeholder 3" descr="似顔絵＋名刺作成（100部付き）両面カラー 插畫 illustrator AN 的作品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6400800" cy="548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7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</a:t>
            </a:r>
            <a:r>
              <a:rPr lang="ja-JP" altLang="en-US" sz="7500" dirty="0" smtClean="0"/>
              <a:t>ー</a:t>
            </a:r>
            <a:r>
              <a:rPr lang="ja-JP" altLang="en-US" sz="7500" dirty="0"/>
              <a:t>ど</a:t>
            </a:r>
            <a:endParaRPr lang="en-US" sz="7500" dirty="0"/>
          </a:p>
        </p:txBody>
      </p:sp>
      <p:pic>
        <p:nvPicPr>
          <p:cNvPr id="4" name="Content Placeholder 3" descr="無料イラスト] クレジットカード - パブリックドメインQ：著作権フ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62200"/>
            <a:ext cx="40386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キャッシュカード（銀行のカード）のイラスト | 商用フリー(無料)の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082040"/>
            <a:ext cx="5257800" cy="594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1242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4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えんぴつ</a:t>
            </a:r>
            <a:endParaRPr lang="en-US" sz="7500" dirty="0"/>
          </a:p>
        </p:txBody>
      </p:sp>
      <p:pic>
        <p:nvPicPr>
          <p:cNvPr id="4" name="Content Placeholder 3" descr="鉛筆のイラスト | かわいいフリー素材が無料のイラストレイン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6106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581400" y="228600"/>
            <a:ext cx="2590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98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かぎ</a:t>
            </a:r>
            <a:endParaRPr lang="en-US" sz="7500" dirty="0"/>
          </a:p>
        </p:txBody>
      </p:sp>
      <p:pic>
        <p:nvPicPr>
          <p:cNvPr id="4" name="Content Placeholder 3" descr="合鍵作成 - 鍵開け、鍵の作成・交換・修理・複製ならお任せの鍵屋 | 鍵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5181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0" y="244476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72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ぼ</a:t>
            </a:r>
            <a:r>
              <a:rPr lang="ja-JP" altLang="en-US" sz="7500" dirty="0" smtClean="0"/>
              <a:t>ーる</a:t>
            </a:r>
            <a:r>
              <a:rPr lang="ja-JP" altLang="en-US" sz="7500" dirty="0"/>
              <a:t>ぺん</a:t>
            </a:r>
            <a:endParaRPr lang="en-US" sz="7500" dirty="0"/>
          </a:p>
        </p:txBody>
      </p:sp>
      <p:pic>
        <p:nvPicPr>
          <p:cNvPr id="4" name="Content Placeholder 3" descr="ボールペン - Wikipedi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344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3581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しゃ</a:t>
            </a:r>
            <a:r>
              <a:rPr lang="ja-JP" altLang="en-US" sz="7500" dirty="0" smtClean="0"/>
              <a:t>ーぷ</a:t>
            </a:r>
            <a:r>
              <a:rPr lang="ja-JP" altLang="en-US" sz="7500" dirty="0"/>
              <a:t>ぺ</a:t>
            </a:r>
            <a:r>
              <a:rPr lang="ja-JP" altLang="en-US" sz="7500" dirty="0" smtClean="0"/>
              <a:t>ん</a:t>
            </a:r>
            <a:r>
              <a:rPr lang="ja-JP" altLang="en-US" sz="7500" dirty="0"/>
              <a:t>しる</a:t>
            </a:r>
            <a:endParaRPr lang="en-US" sz="7500" dirty="0"/>
          </a:p>
        </p:txBody>
      </p:sp>
      <p:pic>
        <p:nvPicPr>
          <p:cNvPr id="4" name="Content Placeholder 3" descr="Rotring Tikky シャープペンシル | DELFONICS WEB SHOP - デル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6962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1143000" y="228600"/>
            <a:ext cx="510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13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とけい</a:t>
            </a:r>
            <a:endParaRPr lang="en-US" sz="7500" dirty="0"/>
          </a:p>
        </p:txBody>
      </p:sp>
      <p:pic>
        <p:nvPicPr>
          <p:cNvPr id="4" name="Content Placeholder 3" descr="明時計【SEIKO】日本精工SEIKO 簡約靜音時鐘掛鐘QXA677 / QXA677S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60198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228600"/>
            <a:ext cx="1752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4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かさ</a:t>
            </a:r>
            <a:endParaRPr lang="en-US" sz="7500" dirty="0"/>
          </a:p>
        </p:txBody>
      </p:sp>
      <p:pic>
        <p:nvPicPr>
          <p:cNvPr id="4" name="Content Placeholder 3" descr="◤雨傘王◢16傘骨彩虹傘- PChome 24h購物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47800"/>
            <a:ext cx="61722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657600" y="2286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00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かばん</a:t>
            </a:r>
            <a:endParaRPr lang="en-US" sz="7500" dirty="0"/>
          </a:p>
        </p:txBody>
      </p:sp>
      <p:pic>
        <p:nvPicPr>
          <p:cNvPr id="4" name="Content Placeholder 3" descr="落語家・林家彦いちの懐かばん｜大人の逸品公式通販｜小学館の総合通販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" y="1524000"/>
            <a:ext cx="394716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オーバードライブ OVER おすすめ 鞄 定番 仕事用 バック カバン かばん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960" y="1524000"/>
            <a:ext cx="4892040" cy="5181600"/>
          </a:xfrm>
          <a:prstGeom prst="rect">
            <a:avLst/>
          </a:prstGeom>
          <a:noFill/>
          <a:extLst/>
        </p:spPr>
      </p:pic>
      <p:cxnSp>
        <p:nvCxnSpPr>
          <p:cNvPr id="5" name="Straight Connector 4"/>
          <p:cNvCxnSpPr/>
          <p:nvPr/>
        </p:nvCxnSpPr>
        <p:spPr>
          <a:xfrm>
            <a:off x="4251960" y="228600"/>
            <a:ext cx="1539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8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らじお</a:t>
            </a:r>
            <a:endParaRPr lang="en-US" sz="7500" dirty="0"/>
          </a:p>
        </p:txBody>
      </p:sp>
      <p:pic>
        <p:nvPicPr>
          <p:cNvPr id="4" name="Content Placeholder 3" descr="パナソニック RF-P155-S FM／AM 2バンドラジオ | ヤマダウェブコム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63246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3048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27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てれび</a:t>
            </a:r>
            <a:endParaRPr lang="en-US" sz="7500" dirty="0"/>
          </a:p>
        </p:txBody>
      </p:sp>
      <p:pic>
        <p:nvPicPr>
          <p:cNvPr id="6" name="Content Placeholder 5" descr="LC-32S5 液晶テレビ AQUOS(アクオス) [32V型 /ハイビジョン] シャープ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0"/>
            <a:ext cx="57150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124200" y="3048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73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sz="7500" dirty="0" smtClean="0"/>
              <a:t>CD</a:t>
            </a:r>
            <a:endParaRPr lang="en-US" sz="7500" dirty="0"/>
          </a:p>
        </p:txBody>
      </p:sp>
      <p:pic>
        <p:nvPicPr>
          <p:cNvPr id="4" name="Content Placeholder 3" descr="Chất Lượng Cd-rom Giá Cd Dvd Bán Buôn Các Nhà Sản Xuất - Buy Giá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7010400" cy="518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50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かめら</a:t>
            </a:r>
            <a:endParaRPr lang="en-US" sz="7500" dirty="0"/>
          </a:p>
        </p:txBody>
      </p:sp>
      <p:pic>
        <p:nvPicPr>
          <p:cNvPr id="4" name="Content Placeholder 3" descr="Nikon Z 6 ミラーレス一眼カメラ 24-70 レンズキット ブラック [ズーム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6400800" cy="44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124200" y="2286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2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こんぴ</a:t>
            </a:r>
            <a:r>
              <a:rPr lang="ja-JP" altLang="en-US" sz="7500" dirty="0" smtClean="0"/>
              <a:t>ゅー</a:t>
            </a:r>
            <a:r>
              <a:rPr lang="ja-JP" altLang="en-US" sz="7500" dirty="0"/>
              <a:t>た</a:t>
            </a:r>
            <a:r>
              <a:rPr lang="ja-JP" altLang="en-US" sz="7500" dirty="0" smtClean="0"/>
              <a:t>ー</a:t>
            </a:r>
            <a:endParaRPr lang="en-US" sz="7500" dirty="0"/>
          </a:p>
        </p:txBody>
      </p:sp>
      <p:pic>
        <p:nvPicPr>
          <p:cNvPr id="4" name="Content Placeholder 3" descr="ニュースリリース 2007年度｜パソコン・BTOパソコンの通販ショップ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8486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1447800" y="304800"/>
            <a:ext cx="3429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1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くるま</a:t>
            </a:r>
            <a:endParaRPr lang="en-US" sz="7500" dirty="0"/>
          </a:p>
        </p:txBody>
      </p:sp>
      <p:pic>
        <p:nvPicPr>
          <p:cNvPr id="4" name="Content Placeholder 3" descr="TOYOTA車款比較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305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152400"/>
            <a:ext cx="152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7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つくえ</a:t>
            </a:r>
            <a:endParaRPr lang="en-US" sz="7500" dirty="0"/>
          </a:p>
        </p:txBody>
      </p:sp>
      <p:pic>
        <p:nvPicPr>
          <p:cNvPr id="4" name="Content Placeholder 3" descr="無料イラスト 教室 机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1200"/>
            <a:ext cx="3962400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きれいな事務机のイラスト | エコのモト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00200"/>
            <a:ext cx="47244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4267200" y="152400"/>
            <a:ext cx="152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26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ちょこれ</a:t>
            </a:r>
            <a:r>
              <a:rPr lang="ja-JP" altLang="en-US" sz="7500" dirty="0" smtClean="0"/>
              <a:t>ー</a:t>
            </a:r>
            <a:r>
              <a:rPr lang="ja-JP" altLang="en-US" sz="7500" dirty="0"/>
              <a:t>と</a:t>
            </a:r>
            <a:endParaRPr lang="en-US" sz="7500" dirty="0"/>
          </a:p>
        </p:txBody>
      </p:sp>
      <p:pic>
        <p:nvPicPr>
          <p:cNvPr id="4" name="Content Placeholder 3" descr="チョコレート イラスト イラスト素材 [ 5406331 ] - フォトライブ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4000"/>
            <a:ext cx="6553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657600" y="1524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12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いす</a:t>
            </a:r>
            <a:endParaRPr lang="en-US" sz="7500" dirty="0"/>
          </a:p>
        </p:txBody>
      </p:sp>
      <p:pic>
        <p:nvPicPr>
          <p:cNvPr id="4" name="Content Placeholder 3" descr="きれいな椅子（いす）のイラスト | エコのモ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54864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0" y="228600"/>
            <a:ext cx="1143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02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えいご</a:t>
            </a:r>
            <a:endParaRPr lang="en-US" sz="7500" dirty="0"/>
          </a:p>
        </p:txBody>
      </p:sp>
      <p:pic>
        <p:nvPicPr>
          <p:cNvPr id="4" name="Content Placeholder 3" descr="中国学生怎样学英语最有效？_新浪教育_新浪网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7630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1752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69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おみやげ</a:t>
            </a:r>
            <a:endParaRPr lang="en-US" sz="7500" dirty="0"/>
          </a:p>
        </p:txBody>
      </p:sp>
      <p:pic>
        <p:nvPicPr>
          <p:cNvPr id="4" name="Content Placeholder 3" descr="お土産のイラスト - 無料イラストのIMT 商用OK、加工OK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80772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581400" y="304800"/>
            <a:ext cx="281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22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こ</a:t>
            </a:r>
            <a:r>
              <a:rPr lang="ja-JP" altLang="en-US" sz="7500" dirty="0" smtClean="0"/>
              <a:t>ー</a:t>
            </a:r>
            <a:r>
              <a:rPr lang="ja-JP" altLang="en-US" sz="7500" dirty="0"/>
              <a:t>ひ</a:t>
            </a:r>
            <a:r>
              <a:rPr lang="ja-JP" altLang="en-US" sz="7500" dirty="0" smtClean="0"/>
              <a:t>ー</a:t>
            </a:r>
            <a:endParaRPr lang="en-US" sz="7500" dirty="0"/>
          </a:p>
        </p:txBody>
      </p:sp>
      <p:pic>
        <p:nvPicPr>
          <p:cNvPr id="4" name="Content Placeholder 3" descr="コーヒーとコーヒー豆の無料イラスト | フリーイラスト素材集 ジャパ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47800"/>
            <a:ext cx="67818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581400" y="228600"/>
            <a:ext cx="1828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69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にほんご</a:t>
            </a:r>
            <a:endParaRPr lang="en-US" sz="7500" dirty="0"/>
          </a:p>
        </p:txBody>
      </p:sp>
      <p:pic>
        <p:nvPicPr>
          <p:cNvPr id="4" name="Content Placeholder 3" descr="日本語 flashcards on Tinycard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72390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657600" y="228600"/>
            <a:ext cx="281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35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102</Words>
  <Application>Microsoft Office PowerPoint</Application>
  <PresentationFormat>On-screen Show (4:3)</PresentationFormat>
  <Paragraphs>30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それ</vt:lpstr>
      <vt:lpstr>あれ</vt:lpstr>
      <vt:lpstr>しんぶん</vt:lpstr>
      <vt:lpstr>ほん</vt:lpstr>
      <vt:lpstr>ざっし</vt:lpstr>
      <vt:lpstr>じしょ</vt:lpstr>
      <vt:lpstr>のーと</vt:lpstr>
      <vt:lpstr>てちょう</vt:lpstr>
      <vt:lpstr>めいし</vt:lpstr>
      <vt:lpstr>かーど</vt:lpstr>
      <vt:lpstr>えんぴつ</vt:lpstr>
      <vt:lpstr>かぎ</vt:lpstr>
      <vt:lpstr>ぼーるぺん</vt:lpstr>
      <vt:lpstr>しゃーぷぺんしる</vt:lpstr>
      <vt:lpstr>とけい</vt:lpstr>
      <vt:lpstr>かさ</vt:lpstr>
      <vt:lpstr>かばん</vt:lpstr>
      <vt:lpstr>らじお</vt:lpstr>
      <vt:lpstr>てれび</vt:lpstr>
      <vt:lpstr>CD</vt:lpstr>
      <vt:lpstr>かめら</vt:lpstr>
      <vt:lpstr>こんぴゅーたー</vt:lpstr>
      <vt:lpstr>くるま</vt:lpstr>
      <vt:lpstr>つくえ</vt:lpstr>
      <vt:lpstr>ちょこれーと</vt:lpstr>
      <vt:lpstr>いす</vt:lpstr>
      <vt:lpstr>えいご</vt:lpstr>
      <vt:lpstr>おみやげ</vt:lpstr>
      <vt:lpstr>こーひー</vt:lpstr>
      <vt:lpstr>にほんご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31</cp:revision>
  <dcterms:created xsi:type="dcterms:W3CDTF">2020-08-05T03:10:01Z</dcterms:created>
  <dcterms:modified xsi:type="dcterms:W3CDTF">2024-01-10T11:41:37Z</dcterms:modified>
</cp:coreProperties>
</file>